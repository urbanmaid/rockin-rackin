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9753600" cy="9753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3150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596249"/>
            <a:ext cx="8290560" cy="3395698"/>
          </a:xfrm>
        </p:spPr>
        <p:txBody>
          <a:bodyPr anchor="b"/>
          <a:lstStyle>
            <a:lvl1pPr algn="ctr">
              <a:defRPr sz="6400"/>
            </a:lvl1pPr>
          </a:lstStyle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9200" y="5122898"/>
            <a:ext cx="7315200" cy="2354862"/>
          </a:xfrm>
        </p:spPr>
        <p:txBody>
          <a:bodyPr/>
          <a:lstStyle>
            <a:lvl1pPr marL="0" indent="0" algn="ctr">
              <a:buNone/>
              <a:defRPr sz="2560"/>
            </a:lvl1pPr>
            <a:lvl2pPr marL="487695" indent="0" algn="ctr">
              <a:buNone/>
              <a:defRPr sz="2133"/>
            </a:lvl2pPr>
            <a:lvl3pPr marL="975390" indent="0" algn="ctr">
              <a:buNone/>
              <a:defRPr sz="1920"/>
            </a:lvl3pPr>
            <a:lvl4pPr marL="1463086" indent="0" algn="ctr">
              <a:buNone/>
              <a:defRPr sz="1707"/>
            </a:lvl4pPr>
            <a:lvl5pPr marL="1950781" indent="0" algn="ctr">
              <a:buNone/>
              <a:defRPr sz="1707"/>
            </a:lvl5pPr>
            <a:lvl6pPr marL="2438476" indent="0" algn="ctr">
              <a:buNone/>
              <a:defRPr sz="1707"/>
            </a:lvl6pPr>
            <a:lvl7pPr marL="2926171" indent="0" algn="ctr">
              <a:buNone/>
              <a:defRPr sz="1707"/>
            </a:lvl7pPr>
            <a:lvl8pPr marL="3413867" indent="0" algn="ctr">
              <a:buNone/>
              <a:defRPr sz="1707"/>
            </a:lvl8pPr>
            <a:lvl9pPr marL="3901562" indent="0" algn="ctr">
              <a:buNone/>
              <a:defRPr sz="1707"/>
            </a:lvl9pPr>
          </a:lstStyle>
          <a:p>
            <a:r>
              <a:rPr lang="en-US" altLang="ko-KR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34188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56858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5481" y="2431629"/>
            <a:ext cx="8412480" cy="4057226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5481" y="6527239"/>
            <a:ext cx="8412480" cy="2133599"/>
          </a:xfrm>
        </p:spPr>
        <p:txBody>
          <a:bodyPr/>
          <a:lstStyle>
            <a:lvl1pPr marL="0" indent="0">
              <a:buNone/>
              <a:defRPr sz="2560">
                <a:solidFill>
                  <a:schemeClr val="tx1">
                    <a:tint val="82000"/>
                  </a:schemeClr>
                </a:solidFill>
              </a:defRPr>
            </a:lvl1pPr>
            <a:lvl2pPr marL="487695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2pPr>
            <a:lvl3pPr marL="97539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3pPr>
            <a:lvl4pPr marL="1463086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4pPr>
            <a:lvl5pPr marL="1950781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5pPr>
            <a:lvl6pPr marL="2438476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6pPr>
            <a:lvl7pPr marL="2926171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7pPr>
            <a:lvl8pPr marL="3413867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8pPr>
            <a:lvl9pPr marL="3901562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8643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0560" y="2596444"/>
            <a:ext cx="4145280" cy="6188570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37760" y="2596444"/>
            <a:ext cx="4145280" cy="6188570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10031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1830" y="519291"/>
            <a:ext cx="8412480" cy="1885245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1832" y="2390987"/>
            <a:ext cx="4126229" cy="1171786"/>
          </a:xfrm>
        </p:spPr>
        <p:txBody>
          <a:bodyPr anchor="b"/>
          <a:lstStyle>
            <a:lvl1pPr marL="0" indent="0">
              <a:buNone/>
              <a:defRPr sz="2560" b="1"/>
            </a:lvl1pPr>
            <a:lvl2pPr marL="487695" indent="0">
              <a:buNone/>
              <a:defRPr sz="2133" b="1"/>
            </a:lvl2pPr>
            <a:lvl3pPr marL="975390" indent="0">
              <a:buNone/>
              <a:defRPr sz="1920" b="1"/>
            </a:lvl3pPr>
            <a:lvl4pPr marL="1463086" indent="0">
              <a:buNone/>
              <a:defRPr sz="1707" b="1"/>
            </a:lvl4pPr>
            <a:lvl5pPr marL="1950781" indent="0">
              <a:buNone/>
              <a:defRPr sz="1707" b="1"/>
            </a:lvl5pPr>
            <a:lvl6pPr marL="2438476" indent="0">
              <a:buNone/>
              <a:defRPr sz="1707" b="1"/>
            </a:lvl6pPr>
            <a:lvl7pPr marL="2926171" indent="0">
              <a:buNone/>
              <a:defRPr sz="1707" b="1"/>
            </a:lvl7pPr>
            <a:lvl8pPr marL="3413867" indent="0">
              <a:buNone/>
              <a:defRPr sz="1707" b="1"/>
            </a:lvl8pPr>
            <a:lvl9pPr marL="3901562" indent="0">
              <a:buNone/>
              <a:defRPr sz="1707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1832" y="3562773"/>
            <a:ext cx="4126229" cy="5240303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37761" y="2390987"/>
            <a:ext cx="4146550" cy="1171786"/>
          </a:xfrm>
        </p:spPr>
        <p:txBody>
          <a:bodyPr anchor="b"/>
          <a:lstStyle>
            <a:lvl1pPr marL="0" indent="0">
              <a:buNone/>
              <a:defRPr sz="2560" b="1"/>
            </a:lvl1pPr>
            <a:lvl2pPr marL="487695" indent="0">
              <a:buNone/>
              <a:defRPr sz="2133" b="1"/>
            </a:lvl2pPr>
            <a:lvl3pPr marL="975390" indent="0">
              <a:buNone/>
              <a:defRPr sz="1920" b="1"/>
            </a:lvl3pPr>
            <a:lvl4pPr marL="1463086" indent="0">
              <a:buNone/>
              <a:defRPr sz="1707" b="1"/>
            </a:lvl4pPr>
            <a:lvl5pPr marL="1950781" indent="0">
              <a:buNone/>
              <a:defRPr sz="1707" b="1"/>
            </a:lvl5pPr>
            <a:lvl6pPr marL="2438476" indent="0">
              <a:buNone/>
              <a:defRPr sz="1707" b="1"/>
            </a:lvl6pPr>
            <a:lvl7pPr marL="2926171" indent="0">
              <a:buNone/>
              <a:defRPr sz="1707" b="1"/>
            </a:lvl7pPr>
            <a:lvl8pPr marL="3413867" indent="0">
              <a:buNone/>
              <a:defRPr sz="1707" b="1"/>
            </a:lvl8pPr>
            <a:lvl9pPr marL="3901562" indent="0">
              <a:buNone/>
              <a:defRPr sz="1707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37761" y="3562773"/>
            <a:ext cx="4146550" cy="5240303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28453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6190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9560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1830" y="650240"/>
            <a:ext cx="3145790" cy="2275840"/>
          </a:xfrm>
        </p:spPr>
        <p:txBody>
          <a:bodyPr anchor="b"/>
          <a:lstStyle>
            <a:lvl1pPr>
              <a:defRPr sz="3413"/>
            </a:lvl1pPr>
          </a:lstStyle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46550" y="1404340"/>
            <a:ext cx="4937760" cy="6931378"/>
          </a:xfrm>
        </p:spPr>
        <p:txBody>
          <a:bodyPr/>
          <a:lstStyle>
            <a:lvl1pPr>
              <a:defRPr sz="3413"/>
            </a:lvl1pPr>
            <a:lvl2pPr>
              <a:defRPr sz="2987"/>
            </a:lvl2pPr>
            <a:lvl3pPr>
              <a:defRPr sz="256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1830" y="2926080"/>
            <a:ext cx="3145790" cy="5420925"/>
          </a:xfrm>
        </p:spPr>
        <p:txBody>
          <a:bodyPr/>
          <a:lstStyle>
            <a:lvl1pPr marL="0" indent="0">
              <a:buNone/>
              <a:defRPr sz="1707"/>
            </a:lvl1pPr>
            <a:lvl2pPr marL="487695" indent="0">
              <a:buNone/>
              <a:defRPr sz="1493"/>
            </a:lvl2pPr>
            <a:lvl3pPr marL="975390" indent="0">
              <a:buNone/>
              <a:defRPr sz="1280"/>
            </a:lvl3pPr>
            <a:lvl4pPr marL="1463086" indent="0">
              <a:buNone/>
              <a:defRPr sz="1067"/>
            </a:lvl4pPr>
            <a:lvl5pPr marL="1950781" indent="0">
              <a:buNone/>
              <a:defRPr sz="1067"/>
            </a:lvl5pPr>
            <a:lvl6pPr marL="2438476" indent="0">
              <a:buNone/>
              <a:defRPr sz="1067"/>
            </a:lvl6pPr>
            <a:lvl7pPr marL="2926171" indent="0">
              <a:buNone/>
              <a:defRPr sz="1067"/>
            </a:lvl7pPr>
            <a:lvl8pPr marL="3413867" indent="0">
              <a:buNone/>
              <a:defRPr sz="1067"/>
            </a:lvl8pPr>
            <a:lvl9pPr marL="3901562" indent="0">
              <a:buNone/>
              <a:defRPr sz="1067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904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1830" y="650240"/>
            <a:ext cx="3145790" cy="2275840"/>
          </a:xfrm>
        </p:spPr>
        <p:txBody>
          <a:bodyPr anchor="b"/>
          <a:lstStyle>
            <a:lvl1pPr>
              <a:defRPr sz="3413"/>
            </a:lvl1pPr>
          </a:lstStyle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46550" y="1404340"/>
            <a:ext cx="4937760" cy="6931378"/>
          </a:xfrm>
        </p:spPr>
        <p:txBody>
          <a:bodyPr anchor="t"/>
          <a:lstStyle>
            <a:lvl1pPr marL="0" indent="0">
              <a:buNone/>
              <a:defRPr sz="3413"/>
            </a:lvl1pPr>
            <a:lvl2pPr marL="487695" indent="0">
              <a:buNone/>
              <a:defRPr sz="2987"/>
            </a:lvl2pPr>
            <a:lvl3pPr marL="975390" indent="0">
              <a:buNone/>
              <a:defRPr sz="2560"/>
            </a:lvl3pPr>
            <a:lvl4pPr marL="1463086" indent="0">
              <a:buNone/>
              <a:defRPr sz="2133"/>
            </a:lvl4pPr>
            <a:lvl5pPr marL="1950781" indent="0">
              <a:buNone/>
              <a:defRPr sz="2133"/>
            </a:lvl5pPr>
            <a:lvl6pPr marL="2438476" indent="0">
              <a:buNone/>
              <a:defRPr sz="2133"/>
            </a:lvl6pPr>
            <a:lvl7pPr marL="2926171" indent="0">
              <a:buNone/>
              <a:defRPr sz="2133"/>
            </a:lvl7pPr>
            <a:lvl8pPr marL="3413867" indent="0">
              <a:buNone/>
              <a:defRPr sz="2133"/>
            </a:lvl8pPr>
            <a:lvl9pPr marL="3901562" indent="0">
              <a:buNone/>
              <a:defRPr sz="2133"/>
            </a:lvl9pPr>
          </a:lstStyle>
          <a:p>
            <a:r>
              <a:rPr lang="en-US" altLang="ko-KR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1830" y="2926080"/>
            <a:ext cx="3145790" cy="5420925"/>
          </a:xfrm>
        </p:spPr>
        <p:txBody>
          <a:bodyPr/>
          <a:lstStyle>
            <a:lvl1pPr marL="0" indent="0">
              <a:buNone/>
              <a:defRPr sz="1707"/>
            </a:lvl1pPr>
            <a:lvl2pPr marL="487695" indent="0">
              <a:buNone/>
              <a:defRPr sz="1493"/>
            </a:lvl2pPr>
            <a:lvl3pPr marL="975390" indent="0">
              <a:buNone/>
              <a:defRPr sz="1280"/>
            </a:lvl3pPr>
            <a:lvl4pPr marL="1463086" indent="0">
              <a:buNone/>
              <a:defRPr sz="1067"/>
            </a:lvl4pPr>
            <a:lvl5pPr marL="1950781" indent="0">
              <a:buNone/>
              <a:defRPr sz="1067"/>
            </a:lvl5pPr>
            <a:lvl6pPr marL="2438476" indent="0">
              <a:buNone/>
              <a:defRPr sz="1067"/>
            </a:lvl6pPr>
            <a:lvl7pPr marL="2926171" indent="0">
              <a:buNone/>
              <a:defRPr sz="1067"/>
            </a:lvl7pPr>
            <a:lvl8pPr marL="3413867" indent="0">
              <a:buNone/>
              <a:defRPr sz="1067"/>
            </a:lvl8pPr>
            <a:lvl9pPr marL="3901562" indent="0">
              <a:buNone/>
              <a:defRPr sz="1067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94286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10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79921" y="519289"/>
            <a:ext cx="2103120" cy="8265725"/>
          </a:xfrm>
        </p:spPr>
        <p:txBody>
          <a:bodyPr vert="eaVert"/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0561" y="519289"/>
            <a:ext cx="6187440" cy="8265725"/>
          </a:xfrm>
        </p:spPr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2936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0560" y="519291"/>
            <a:ext cx="8412480" cy="18852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0560" y="2596444"/>
            <a:ext cx="8412480" cy="61885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70560" y="9040144"/>
            <a:ext cx="2194560" cy="5192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DAED35-DFB6-4BA2-A5B6-52D99E578295}" type="datetimeFigureOut">
              <a:rPr lang="ko-KR" altLang="en-US" smtClean="0"/>
              <a:t>2026-08-08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30880" y="9040144"/>
            <a:ext cx="3291840" cy="5192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88480" y="9040144"/>
            <a:ext cx="2194560" cy="5192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003834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75390" rtl="0" eaLnBrk="1" latinLnBrk="1" hangingPunct="1">
        <a:lnSpc>
          <a:spcPct val="90000"/>
        </a:lnSpc>
        <a:spcBef>
          <a:spcPct val="0"/>
        </a:spcBef>
        <a:buNone/>
        <a:defRPr sz="469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848" indent="-243848" algn="l" defTabSz="975390" rtl="0" eaLnBrk="1" latinLnBrk="1" hangingPunct="1">
        <a:lnSpc>
          <a:spcPct val="90000"/>
        </a:lnSpc>
        <a:spcBef>
          <a:spcPts val="1067"/>
        </a:spcBef>
        <a:buFont typeface="Arial" panose="020B0604020202020204" pitchFamily="34" charset="0"/>
        <a:buChar char="•"/>
        <a:defRPr sz="2987" kern="1200">
          <a:solidFill>
            <a:schemeClr val="tx1"/>
          </a:solidFill>
          <a:latin typeface="+mn-lt"/>
          <a:ea typeface="+mn-ea"/>
          <a:cs typeface="+mn-cs"/>
        </a:defRPr>
      </a:lvl1pPr>
      <a:lvl2pPr marL="731543" indent="-243848" algn="l" defTabSz="975390" rtl="0" eaLnBrk="1" latinLnBrk="1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38" indent="-243848" algn="l" defTabSz="975390" rtl="0" eaLnBrk="1" latinLnBrk="1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3pPr>
      <a:lvl4pPr marL="1706933" indent="-243848" algn="l" defTabSz="975390" rtl="0" eaLnBrk="1" latinLnBrk="1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4pPr>
      <a:lvl5pPr marL="2194629" indent="-243848" algn="l" defTabSz="975390" rtl="0" eaLnBrk="1" latinLnBrk="1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5pPr>
      <a:lvl6pPr marL="2682324" indent="-243848" algn="l" defTabSz="975390" rtl="0" eaLnBrk="1" latinLnBrk="1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6pPr>
      <a:lvl7pPr marL="3170019" indent="-243848" algn="l" defTabSz="975390" rtl="0" eaLnBrk="1" latinLnBrk="1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7pPr>
      <a:lvl8pPr marL="3657714" indent="-243848" algn="l" defTabSz="975390" rtl="0" eaLnBrk="1" latinLnBrk="1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8pPr>
      <a:lvl9pPr marL="4145410" indent="-243848" algn="l" defTabSz="975390" rtl="0" eaLnBrk="1" latinLnBrk="1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75390" rtl="0" eaLnBrk="1" latinLnBrk="1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1pPr>
      <a:lvl2pPr marL="487695" algn="l" defTabSz="975390" rtl="0" eaLnBrk="1" latinLnBrk="1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2pPr>
      <a:lvl3pPr marL="975390" algn="l" defTabSz="975390" rtl="0" eaLnBrk="1" latinLnBrk="1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3pPr>
      <a:lvl4pPr marL="1463086" algn="l" defTabSz="975390" rtl="0" eaLnBrk="1" latinLnBrk="1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4pPr>
      <a:lvl5pPr marL="1950781" algn="l" defTabSz="975390" rtl="0" eaLnBrk="1" latinLnBrk="1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5pPr>
      <a:lvl6pPr marL="2438476" algn="l" defTabSz="975390" rtl="0" eaLnBrk="1" latinLnBrk="1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6pPr>
      <a:lvl7pPr marL="2926171" algn="l" defTabSz="975390" rtl="0" eaLnBrk="1" latinLnBrk="1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7pPr>
      <a:lvl8pPr marL="3413867" algn="l" defTabSz="975390" rtl="0" eaLnBrk="1" latinLnBrk="1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8pPr>
      <a:lvl9pPr marL="3901562" algn="l" defTabSz="975390" rtl="0" eaLnBrk="1" latinLnBrk="1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C685B1BA-7B98-B725-E8D1-BA365DBD0206}"/>
              </a:ext>
            </a:extLst>
          </p:cNvPr>
          <p:cNvGrpSpPr/>
          <p:nvPr/>
        </p:nvGrpSpPr>
        <p:grpSpPr>
          <a:xfrm>
            <a:off x="1288268" y="2909048"/>
            <a:ext cx="7177061" cy="3935504"/>
            <a:chOff x="1288268" y="2909048"/>
            <a:chExt cx="7177061" cy="3935504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E5E79948-C4DB-7076-9689-DE618D6C564E}"/>
                </a:ext>
              </a:extLst>
            </p:cNvPr>
            <p:cNvGrpSpPr/>
            <p:nvPr/>
          </p:nvGrpSpPr>
          <p:grpSpPr>
            <a:xfrm rot="20956873">
              <a:off x="1362634" y="3211980"/>
              <a:ext cx="7028330" cy="3329640"/>
              <a:chOff x="1362634" y="3582148"/>
              <a:chExt cx="7028330" cy="3329640"/>
            </a:xfrm>
          </p:grpSpPr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67CD1CB-CCB6-FDCF-FD63-A6445651DD1E}"/>
                  </a:ext>
                </a:extLst>
              </p:cNvPr>
              <p:cNvSpPr txBox="1"/>
              <p:nvPr/>
            </p:nvSpPr>
            <p:spPr>
              <a:xfrm>
                <a:off x="1362634" y="3582148"/>
                <a:ext cx="7028330" cy="1664820"/>
              </a:xfrm>
              <a:prstGeom prst="rect">
                <a:avLst/>
              </a:prstGeom>
              <a:noFill/>
              <a:scene3d>
                <a:camera prst="perspectiveRight" fov="6000000">
                  <a:rot lat="0" lon="19499991" rev="21299994"/>
                </a:camera>
                <a:lightRig rig="balanced" dir="t"/>
              </a:scene3d>
              <a:sp3d prstMaterial="matte"/>
            </p:spPr>
            <p:txBody>
              <a:bodyPr wrap="none" rtlCol="0" anchor="ctr">
                <a:noAutofit/>
              </a:bodyPr>
              <a:lstStyle/>
              <a:p>
                <a:pPr algn="r"/>
                <a:r>
                  <a:rPr lang="en-US" altLang="ko-KR" sz="14400" b="1" dirty="0" err="1">
                    <a:ln w="50800">
                      <a:solidFill>
                        <a:schemeClr val="tx1"/>
                      </a:solidFill>
                    </a:ln>
                    <a:noFill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Rockin</a:t>
                </a:r>
                <a:endParaRPr lang="ko-KR" altLang="en-US" sz="14400" b="1" dirty="0">
                  <a:ln w="50800">
                    <a:solidFill>
                      <a:schemeClr val="tx1"/>
                    </a:solidFill>
                  </a:ln>
                  <a:noFill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3622E9-6BB4-C120-6B85-CBB70D8EC406}"/>
                  </a:ext>
                </a:extLst>
              </p:cNvPr>
              <p:cNvSpPr txBox="1"/>
              <p:nvPr/>
            </p:nvSpPr>
            <p:spPr>
              <a:xfrm>
                <a:off x="1362634" y="5246968"/>
                <a:ext cx="7028330" cy="1664820"/>
              </a:xfrm>
              <a:prstGeom prst="rect">
                <a:avLst/>
              </a:prstGeom>
              <a:noFill/>
              <a:scene3d>
                <a:camera prst="perspectiveRight" fov="6000000">
                  <a:rot lat="0" lon="2100000" rev="21299999"/>
                </a:camera>
                <a:lightRig rig="balanced" dir="t"/>
              </a:scene3d>
              <a:sp3d prstMaterial="matte"/>
            </p:spPr>
            <p:txBody>
              <a:bodyPr wrap="none" rtlCol="0" anchor="ctr">
                <a:noAutofit/>
              </a:bodyPr>
              <a:lstStyle/>
              <a:p>
                <a:r>
                  <a:rPr lang="en-US" altLang="ko-KR" sz="14400" b="1" dirty="0" err="1">
                    <a:ln w="50800">
                      <a:noFill/>
                    </a:ln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Rackin</a:t>
                </a:r>
                <a:endParaRPr lang="ko-KR" altLang="en-US" sz="14400" b="1" dirty="0">
                  <a:ln w="50800">
                    <a:noFill/>
                  </a:ln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CFAF05F-B5C6-5B2F-938B-3EAD9634601D}"/>
                </a:ext>
              </a:extLst>
            </p:cNvPr>
            <p:cNvGrpSpPr/>
            <p:nvPr/>
          </p:nvGrpSpPr>
          <p:grpSpPr>
            <a:xfrm>
              <a:off x="1288271" y="2909049"/>
              <a:ext cx="7177058" cy="3935503"/>
              <a:chOff x="1288271" y="2909049"/>
              <a:chExt cx="7177058" cy="3935503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11906196-F6E0-B6CC-54DA-D95ADC4F7F74}"/>
                  </a:ext>
                </a:extLst>
              </p:cNvPr>
              <p:cNvSpPr/>
              <p:nvPr/>
            </p:nvSpPr>
            <p:spPr>
              <a:xfrm rot="16200000">
                <a:off x="1288271" y="2909049"/>
                <a:ext cx="1362631" cy="1362632"/>
              </a:xfrm>
              <a:custGeom>
                <a:avLst/>
                <a:gdLst>
                  <a:gd name="csX0" fmla="*/ 2162174 w 2438400"/>
                  <a:gd name="csY0" fmla="*/ 1015509 h 2438401"/>
                  <a:gd name="csX1" fmla="*/ 2226113 w 2438400"/>
                  <a:gd name="csY1" fmla="*/ 1031950 h 2438401"/>
                  <a:gd name="csX2" fmla="*/ 2438400 w 2438400"/>
                  <a:gd name="csY2" fmla="*/ 1053350 h 2438401"/>
                  <a:gd name="csX3" fmla="*/ 2438400 w 2438400"/>
                  <a:gd name="csY3" fmla="*/ 2438401 h 2438401"/>
                  <a:gd name="csX4" fmla="*/ 2162174 w 2438400"/>
                  <a:gd name="csY4" fmla="*/ 2438401 h 2438401"/>
                  <a:gd name="csX5" fmla="*/ 1385048 w 2438400"/>
                  <a:gd name="csY5" fmla="*/ 0 h 2438401"/>
                  <a:gd name="csX6" fmla="*/ 1659489 w 2438400"/>
                  <a:gd name="csY6" fmla="*/ 0 h 2438401"/>
                  <a:gd name="csX7" fmla="*/ 1663510 w 2438400"/>
                  <a:gd name="csY7" fmla="*/ 79636 h 2438401"/>
                  <a:gd name="csX8" fmla="*/ 1675314 w 2438400"/>
                  <a:gd name="csY8" fmla="*/ 156975 h 2438401"/>
                  <a:gd name="csX9" fmla="*/ 1712331 w 2438400"/>
                  <a:gd name="csY9" fmla="*/ 276225 h 2438401"/>
                  <a:gd name="csX10" fmla="*/ 1712330 w 2438400"/>
                  <a:gd name="csY10" fmla="*/ 276225 h 2438401"/>
                  <a:gd name="csX11" fmla="*/ 1720699 w 2438400"/>
                  <a:gd name="csY11" fmla="*/ 303185 h 2438401"/>
                  <a:gd name="csX12" fmla="*/ 2135212 w 2438400"/>
                  <a:gd name="csY12" fmla="*/ 717698 h 2438401"/>
                  <a:gd name="csX13" fmla="*/ 2162174 w 2438400"/>
                  <a:gd name="csY13" fmla="*/ 726067 h 2438401"/>
                  <a:gd name="csX14" fmla="*/ 2162174 w 2438400"/>
                  <a:gd name="csY14" fmla="*/ 726067 h 2438401"/>
                  <a:gd name="csX15" fmla="*/ 2281422 w 2438400"/>
                  <a:gd name="csY15" fmla="*/ 763084 h 2438401"/>
                  <a:gd name="csX16" fmla="*/ 2438400 w 2438400"/>
                  <a:gd name="csY16" fmla="*/ 778909 h 2438401"/>
                  <a:gd name="csX17" fmla="*/ 2438400 w 2438400"/>
                  <a:gd name="csY17" fmla="*/ 1053350 h 2438401"/>
                  <a:gd name="csX18" fmla="*/ 2226113 w 2438400"/>
                  <a:gd name="csY18" fmla="*/ 1031950 h 2438401"/>
                  <a:gd name="csX19" fmla="*/ 2162174 w 2438400"/>
                  <a:gd name="csY19" fmla="*/ 1015509 h 2438401"/>
                  <a:gd name="csX20" fmla="*/ 2162174 w 2438400"/>
                  <a:gd name="csY20" fmla="*/ 1015509 h 2438401"/>
                  <a:gd name="csX21" fmla="*/ 2125165 w 2438400"/>
                  <a:gd name="csY21" fmla="*/ 1005993 h 2438401"/>
                  <a:gd name="csX22" fmla="*/ 1432404 w 2438400"/>
                  <a:gd name="csY22" fmla="*/ 313232 h 2438401"/>
                  <a:gd name="csX23" fmla="*/ 1422888 w 2438400"/>
                  <a:gd name="csY23" fmla="*/ 276225 h 2438401"/>
                  <a:gd name="csX24" fmla="*/ 1422889 w 2438400"/>
                  <a:gd name="csY24" fmla="*/ 276225 h 2438401"/>
                  <a:gd name="csX25" fmla="*/ 1406448 w 2438400"/>
                  <a:gd name="csY25" fmla="*/ 212284 h 2438401"/>
                  <a:gd name="csX26" fmla="*/ 1390486 w 2438400"/>
                  <a:gd name="csY26" fmla="*/ 107696 h 2438401"/>
                  <a:gd name="csX27" fmla="*/ 0 w 2438400"/>
                  <a:gd name="csY27" fmla="*/ 0 h 2438401"/>
                  <a:gd name="csX28" fmla="*/ 1385047 w 2438400"/>
                  <a:gd name="csY28" fmla="*/ 0 h 2438401"/>
                  <a:gd name="csX29" fmla="*/ 1390485 w 2438400"/>
                  <a:gd name="csY29" fmla="*/ 107696 h 2438401"/>
                  <a:gd name="csX30" fmla="*/ 1406447 w 2438400"/>
                  <a:gd name="csY30" fmla="*/ 212284 h 2438401"/>
                  <a:gd name="csX31" fmla="*/ 1422888 w 2438400"/>
                  <a:gd name="csY31" fmla="*/ 276225 h 2438401"/>
                  <a:gd name="csX32" fmla="*/ 0 w 2438400"/>
                  <a:gd name="csY32" fmla="*/ 276225 h 243840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</a:cxnLst>
                <a:rect l="l" t="t" r="r" b="b"/>
                <a:pathLst>
                  <a:path w="2438400" h="2438401">
                    <a:moveTo>
                      <a:pt x="2162174" y="1015509"/>
                    </a:moveTo>
                    <a:lnTo>
                      <a:pt x="2226113" y="1031950"/>
                    </a:lnTo>
                    <a:cubicBezTo>
                      <a:pt x="2294683" y="1045981"/>
                      <a:pt x="2365681" y="1053350"/>
                      <a:pt x="2438400" y="1053350"/>
                    </a:cubicBezTo>
                    <a:lnTo>
                      <a:pt x="2438400" y="2438401"/>
                    </a:lnTo>
                    <a:lnTo>
                      <a:pt x="2162174" y="2438401"/>
                    </a:lnTo>
                    <a:close/>
                    <a:moveTo>
                      <a:pt x="1385048" y="0"/>
                    </a:moveTo>
                    <a:lnTo>
                      <a:pt x="1659489" y="0"/>
                    </a:lnTo>
                    <a:lnTo>
                      <a:pt x="1663510" y="79636"/>
                    </a:lnTo>
                    <a:cubicBezTo>
                      <a:pt x="1666170" y="105821"/>
                      <a:pt x="1670126" y="131622"/>
                      <a:pt x="1675314" y="156975"/>
                    </a:cubicBezTo>
                    <a:lnTo>
                      <a:pt x="1712331" y="276225"/>
                    </a:lnTo>
                    <a:lnTo>
                      <a:pt x="1712330" y="276225"/>
                    </a:lnTo>
                    <a:lnTo>
                      <a:pt x="1720699" y="303185"/>
                    </a:lnTo>
                    <a:cubicBezTo>
                      <a:pt x="1799529" y="489560"/>
                      <a:pt x="1948837" y="638868"/>
                      <a:pt x="2135212" y="717698"/>
                    </a:cubicBezTo>
                    <a:lnTo>
                      <a:pt x="2162174" y="726067"/>
                    </a:lnTo>
                    <a:lnTo>
                      <a:pt x="2162174" y="726067"/>
                    </a:lnTo>
                    <a:lnTo>
                      <a:pt x="2281422" y="763084"/>
                    </a:lnTo>
                    <a:cubicBezTo>
                      <a:pt x="2332127" y="773460"/>
                      <a:pt x="2384627" y="778909"/>
                      <a:pt x="2438400" y="778909"/>
                    </a:cubicBezTo>
                    <a:lnTo>
                      <a:pt x="2438400" y="1053350"/>
                    </a:lnTo>
                    <a:cubicBezTo>
                      <a:pt x="2365681" y="1053350"/>
                      <a:pt x="2294683" y="1045981"/>
                      <a:pt x="2226113" y="1031950"/>
                    </a:cubicBezTo>
                    <a:lnTo>
                      <a:pt x="2162174" y="1015509"/>
                    </a:lnTo>
                    <a:lnTo>
                      <a:pt x="2162174" y="1015509"/>
                    </a:lnTo>
                    <a:lnTo>
                      <a:pt x="2125165" y="1005993"/>
                    </a:lnTo>
                    <a:cubicBezTo>
                      <a:pt x="1795329" y="903404"/>
                      <a:pt x="1534993" y="643068"/>
                      <a:pt x="1432404" y="313232"/>
                    </a:cubicBezTo>
                    <a:lnTo>
                      <a:pt x="1422888" y="276225"/>
                    </a:lnTo>
                    <a:lnTo>
                      <a:pt x="1422889" y="276225"/>
                    </a:lnTo>
                    <a:lnTo>
                      <a:pt x="1406448" y="212284"/>
                    </a:lnTo>
                    <a:cubicBezTo>
                      <a:pt x="1399433" y="177999"/>
                      <a:pt x="1394082" y="143107"/>
                      <a:pt x="1390486" y="107696"/>
                    </a:cubicBezTo>
                    <a:close/>
                    <a:moveTo>
                      <a:pt x="0" y="0"/>
                    </a:moveTo>
                    <a:lnTo>
                      <a:pt x="1385047" y="0"/>
                    </a:lnTo>
                    <a:lnTo>
                      <a:pt x="1390485" y="107696"/>
                    </a:lnTo>
                    <a:cubicBezTo>
                      <a:pt x="1394081" y="143107"/>
                      <a:pt x="1399432" y="177999"/>
                      <a:pt x="1406447" y="212284"/>
                    </a:cubicBezTo>
                    <a:lnTo>
                      <a:pt x="1422888" y="276225"/>
                    </a:lnTo>
                    <a:lnTo>
                      <a:pt x="0" y="27622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938AFE60-1BA5-D131-B1D2-86C4035959AE}"/>
                  </a:ext>
                </a:extLst>
              </p:cNvPr>
              <p:cNvSpPr/>
              <p:nvPr/>
            </p:nvSpPr>
            <p:spPr>
              <a:xfrm rot="5400000">
                <a:off x="7102697" y="5481921"/>
                <a:ext cx="1362631" cy="1362632"/>
              </a:xfrm>
              <a:custGeom>
                <a:avLst/>
                <a:gdLst>
                  <a:gd name="csX0" fmla="*/ 2162174 w 2438400"/>
                  <a:gd name="csY0" fmla="*/ 1015509 h 2438401"/>
                  <a:gd name="csX1" fmla="*/ 2226113 w 2438400"/>
                  <a:gd name="csY1" fmla="*/ 1031950 h 2438401"/>
                  <a:gd name="csX2" fmla="*/ 2438400 w 2438400"/>
                  <a:gd name="csY2" fmla="*/ 1053350 h 2438401"/>
                  <a:gd name="csX3" fmla="*/ 2438400 w 2438400"/>
                  <a:gd name="csY3" fmla="*/ 2438401 h 2438401"/>
                  <a:gd name="csX4" fmla="*/ 2162174 w 2438400"/>
                  <a:gd name="csY4" fmla="*/ 2438401 h 2438401"/>
                  <a:gd name="csX5" fmla="*/ 1385048 w 2438400"/>
                  <a:gd name="csY5" fmla="*/ 0 h 2438401"/>
                  <a:gd name="csX6" fmla="*/ 1659489 w 2438400"/>
                  <a:gd name="csY6" fmla="*/ 0 h 2438401"/>
                  <a:gd name="csX7" fmla="*/ 1663510 w 2438400"/>
                  <a:gd name="csY7" fmla="*/ 79636 h 2438401"/>
                  <a:gd name="csX8" fmla="*/ 1675314 w 2438400"/>
                  <a:gd name="csY8" fmla="*/ 156975 h 2438401"/>
                  <a:gd name="csX9" fmla="*/ 1712331 w 2438400"/>
                  <a:gd name="csY9" fmla="*/ 276225 h 2438401"/>
                  <a:gd name="csX10" fmla="*/ 1712330 w 2438400"/>
                  <a:gd name="csY10" fmla="*/ 276225 h 2438401"/>
                  <a:gd name="csX11" fmla="*/ 1720699 w 2438400"/>
                  <a:gd name="csY11" fmla="*/ 303185 h 2438401"/>
                  <a:gd name="csX12" fmla="*/ 2135212 w 2438400"/>
                  <a:gd name="csY12" fmla="*/ 717698 h 2438401"/>
                  <a:gd name="csX13" fmla="*/ 2162174 w 2438400"/>
                  <a:gd name="csY13" fmla="*/ 726067 h 2438401"/>
                  <a:gd name="csX14" fmla="*/ 2162174 w 2438400"/>
                  <a:gd name="csY14" fmla="*/ 726067 h 2438401"/>
                  <a:gd name="csX15" fmla="*/ 2281422 w 2438400"/>
                  <a:gd name="csY15" fmla="*/ 763084 h 2438401"/>
                  <a:gd name="csX16" fmla="*/ 2438400 w 2438400"/>
                  <a:gd name="csY16" fmla="*/ 778909 h 2438401"/>
                  <a:gd name="csX17" fmla="*/ 2438400 w 2438400"/>
                  <a:gd name="csY17" fmla="*/ 1053350 h 2438401"/>
                  <a:gd name="csX18" fmla="*/ 2226113 w 2438400"/>
                  <a:gd name="csY18" fmla="*/ 1031950 h 2438401"/>
                  <a:gd name="csX19" fmla="*/ 2162174 w 2438400"/>
                  <a:gd name="csY19" fmla="*/ 1015509 h 2438401"/>
                  <a:gd name="csX20" fmla="*/ 2162174 w 2438400"/>
                  <a:gd name="csY20" fmla="*/ 1015509 h 2438401"/>
                  <a:gd name="csX21" fmla="*/ 2125165 w 2438400"/>
                  <a:gd name="csY21" fmla="*/ 1005993 h 2438401"/>
                  <a:gd name="csX22" fmla="*/ 1432404 w 2438400"/>
                  <a:gd name="csY22" fmla="*/ 313232 h 2438401"/>
                  <a:gd name="csX23" fmla="*/ 1422888 w 2438400"/>
                  <a:gd name="csY23" fmla="*/ 276225 h 2438401"/>
                  <a:gd name="csX24" fmla="*/ 1422889 w 2438400"/>
                  <a:gd name="csY24" fmla="*/ 276225 h 2438401"/>
                  <a:gd name="csX25" fmla="*/ 1406448 w 2438400"/>
                  <a:gd name="csY25" fmla="*/ 212284 h 2438401"/>
                  <a:gd name="csX26" fmla="*/ 1390486 w 2438400"/>
                  <a:gd name="csY26" fmla="*/ 107696 h 2438401"/>
                  <a:gd name="csX27" fmla="*/ 0 w 2438400"/>
                  <a:gd name="csY27" fmla="*/ 0 h 2438401"/>
                  <a:gd name="csX28" fmla="*/ 1385047 w 2438400"/>
                  <a:gd name="csY28" fmla="*/ 0 h 2438401"/>
                  <a:gd name="csX29" fmla="*/ 1390485 w 2438400"/>
                  <a:gd name="csY29" fmla="*/ 107696 h 2438401"/>
                  <a:gd name="csX30" fmla="*/ 1406447 w 2438400"/>
                  <a:gd name="csY30" fmla="*/ 212284 h 2438401"/>
                  <a:gd name="csX31" fmla="*/ 1422888 w 2438400"/>
                  <a:gd name="csY31" fmla="*/ 276225 h 2438401"/>
                  <a:gd name="csX32" fmla="*/ 0 w 2438400"/>
                  <a:gd name="csY32" fmla="*/ 276225 h 243840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</a:cxnLst>
                <a:rect l="l" t="t" r="r" b="b"/>
                <a:pathLst>
                  <a:path w="2438400" h="2438401">
                    <a:moveTo>
                      <a:pt x="2162174" y="1015509"/>
                    </a:moveTo>
                    <a:lnTo>
                      <a:pt x="2226113" y="1031950"/>
                    </a:lnTo>
                    <a:cubicBezTo>
                      <a:pt x="2294683" y="1045981"/>
                      <a:pt x="2365681" y="1053350"/>
                      <a:pt x="2438400" y="1053350"/>
                    </a:cubicBezTo>
                    <a:lnTo>
                      <a:pt x="2438400" y="2438401"/>
                    </a:lnTo>
                    <a:lnTo>
                      <a:pt x="2162174" y="2438401"/>
                    </a:lnTo>
                    <a:close/>
                    <a:moveTo>
                      <a:pt x="1385048" y="0"/>
                    </a:moveTo>
                    <a:lnTo>
                      <a:pt x="1659489" y="0"/>
                    </a:lnTo>
                    <a:lnTo>
                      <a:pt x="1663510" y="79636"/>
                    </a:lnTo>
                    <a:cubicBezTo>
                      <a:pt x="1666170" y="105821"/>
                      <a:pt x="1670126" y="131622"/>
                      <a:pt x="1675314" y="156975"/>
                    </a:cubicBezTo>
                    <a:lnTo>
                      <a:pt x="1712331" y="276225"/>
                    </a:lnTo>
                    <a:lnTo>
                      <a:pt x="1712330" y="276225"/>
                    </a:lnTo>
                    <a:lnTo>
                      <a:pt x="1720699" y="303185"/>
                    </a:lnTo>
                    <a:cubicBezTo>
                      <a:pt x="1799529" y="489560"/>
                      <a:pt x="1948837" y="638868"/>
                      <a:pt x="2135212" y="717698"/>
                    </a:cubicBezTo>
                    <a:lnTo>
                      <a:pt x="2162174" y="726067"/>
                    </a:lnTo>
                    <a:lnTo>
                      <a:pt x="2162174" y="726067"/>
                    </a:lnTo>
                    <a:lnTo>
                      <a:pt x="2281422" y="763084"/>
                    </a:lnTo>
                    <a:cubicBezTo>
                      <a:pt x="2332127" y="773460"/>
                      <a:pt x="2384627" y="778909"/>
                      <a:pt x="2438400" y="778909"/>
                    </a:cubicBezTo>
                    <a:lnTo>
                      <a:pt x="2438400" y="1053350"/>
                    </a:lnTo>
                    <a:cubicBezTo>
                      <a:pt x="2365681" y="1053350"/>
                      <a:pt x="2294683" y="1045981"/>
                      <a:pt x="2226113" y="1031950"/>
                    </a:cubicBezTo>
                    <a:lnTo>
                      <a:pt x="2162174" y="1015509"/>
                    </a:lnTo>
                    <a:lnTo>
                      <a:pt x="2162174" y="1015509"/>
                    </a:lnTo>
                    <a:lnTo>
                      <a:pt x="2125165" y="1005993"/>
                    </a:lnTo>
                    <a:cubicBezTo>
                      <a:pt x="1795329" y="903404"/>
                      <a:pt x="1534993" y="643068"/>
                      <a:pt x="1432404" y="313232"/>
                    </a:cubicBezTo>
                    <a:lnTo>
                      <a:pt x="1422888" y="276225"/>
                    </a:lnTo>
                    <a:lnTo>
                      <a:pt x="1422889" y="276225"/>
                    </a:lnTo>
                    <a:lnTo>
                      <a:pt x="1406448" y="212284"/>
                    </a:lnTo>
                    <a:cubicBezTo>
                      <a:pt x="1399433" y="177999"/>
                      <a:pt x="1394082" y="143107"/>
                      <a:pt x="1390486" y="107696"/>
                    </a:cubicBezTo>
                    <a:close/>
                    <a:moveTo>
                      <a:pt x="0" y="0"/>
                    </a:moveTo>
                    <a:lnTo>
                      <a:pt x="1385047" y="0"/>
                    </a:lnTo>
                    <a:lnTo>
                      <a:pt x="1390485" y="107696"/>
                    </a:lnTo>
                    <a:cubicBezTo>
                      <a:pt x="1394081" y="143107"/>
                      <a:pt x="1399432" y="177999"/>
                      <a:pt x="1406447" y="212284"/>
                    </a:cubicBezTo>
                    <a:lnTo>
                      <a:pt x="1422888" y="276225"/>
                    </a:lnTo>
                    <a:lnTo>
                      <a:pt x="0" y="27622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2799D7C3-2052-0A3A-8C3B-41882A1A8E29}"/>
                  </a:ext>
                </a:extLst>
              </p:cNvPr>
              <p:cNvSpPr/>
              <p:nvPr/>
            </p:nvSpPr>
            <p:spPr>
              <a:xfrm>
                <a:off x="8310562" y="4271680"/>
                <a:ext cx="154765" cy="121024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62349A6E-9CCF-42E7-28E7-54921984F555}"/>
                  </a:ext>
                </a:extLst>
              </p:cNvPr>
              <p:cNvSpPr/>
              <p:nvPr/>
            </p:nvSpPr>
            <p:spPr>
              <a:xfrm rot="5400000">
                <a:off x="4799416" y="4541272"/>
                <a:ext cx="154765" cy="445179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BB5B425F-7C3D-BBD4-315B-76A38761866D}"/>
                </a:ext>
              </a:extLst>
            </p:cNvPr>
            <p:cNvGrpSpPr/>
            <p:nvPr/>
          </p:nvGrpSpPr>
          <p:grpSpPr>
            <a:xfrm>
              <a:off x="1288269" y="2909049"/>
              <a:ext cx="7177058" cy="3935503"/>
              <a:chOff x="1288271" y="2909049"/>
              <a:chExt cx="7177058" cy="3935503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17AF2FB1-7C84-97BE-738B-B08201A54AEE}"/>
                  </a:ext>
                </a:extLst>
              </p:cNvPr>
              <p:cNvSpPr/>
              <p:nvPr/>
            </p:nvSpPr>
            <p:spPr>
              <a:xfrm rot="16200000">
                <a:off x="1288271" y="2909049"/>
                <a:ext cx="1362631" cy="1362632"/>
              </a:xfrm>
              <a:custGeom>
                <a:avLst/>
                <a:gdLst>
                  <a:gd name="csX0" fmla="*/ 2162174 w 2438400"/>
                  <a:gd name="csY0" fmla="*/ 1015509 h 2438401"/>
                  <a:gd name="csX1" fmla="*/ 2226113 w 2438400"/>
                  <a:gd name="csY1" fmla="*/ 1031950 h 2438401"/>
                  <a:gd name="csX2" fmla="*/ 2438400 w 2438400"/>
                  <a:gd name="csY2" fmla="*/ 1053350 h 2438401"/>
                  <a:gd name="csX3" fmla="*/ 2438400 w 2438400"/>
                  <a:gd name="csY3" fmla="*/ 2438401 h 2438401"/>
                  <a:gd name="csX4" fmla="*/ 2162174 w 2438400"/>
                  <a:gd name="csY4" fmla="*/ 2438401 h 2438401"/>
                  <a:gd name="csX5" fmla="*/ 1385048 w 2438400"/>
                  <a:gd name="csY5" fmla="*/ 0 h 2438401"/>
                  <a:gd name="csX6" fmla="*/ 1659489 w 2438400"/>
                  <a:gd name="csY6" fmla="*/ 0 h 2438401"/>
                  <a:gd name="csX7" fmla="*/ 1663510 w 2438400"/>
                  <a:gd name="csY7" fmla="*/ 79636 h 2438401"/>
                  <a:gd name="csX8" fmla="*/ 1675314 w 2438400"/>
                  <a:gd name="csY8" fmla="*/ 156975 h 2438401"/>
                  <a:gd name="csX9" fmla="*/ 1712331 w 2438400"/>
                  <a:gd name="csY9" fmla="*/ 276225 h 2438401"/>
                  <a:gd name="csX10" fmla="*/ 1712330 w 2438400"/>
                  <a:gd name="csY10" fmla="*/ 276225 h 2438401"/>
                  <a:gd name="csX11" fmla="*/ 1720699 w 2438400"/>
                  <a:gd name="csY11" fmla="*/ 303185 h 2438401"/>
                  <a:gd name="csX12" fmla="*/ 2135212 w 2438400"/>
                  <a:gd name="csY12" fmla="*/ 717698 h 2438401"/>
                  <a:gd name="csX13" fmla="*/ 2162174 w 2438400"/>
                  <a:gd name="csY13" fmla="*/ 726067 h 2438401"/>
                  <a:gd name="csX14" fmla="*/ 2162174 w 2438400"/>
                  <a:gd name="csY14" fmla="*/ 726067 h 2438401"/>
                  <a:gd name="csX15" fmla="*/ 2281422 w 2438400"/>
                  <a:gd name="csY15" fmla="*/ 763084 h 2438401"/>
                  <a:gd name="csX16" fmla="*/ 2438400 w 2438400"/>
                  <a:gd name="csY16" fmla="*/ 778909 h 2438401"/>
                  <a:gd name="csX17" fmla="*/ 2438400 w 2438400"/>
                  <a:gd name="csY17" fmla="*/ 1053350 h 2438401"/>
                  <a:gd name="csX18" fmla="*/ 2226113 w 2438400"/>
                  <a:gd name="csY18" fmla="*/ 1031950 h 2438401"/>
                  <a:gd name="csX19" fmla="*/ 2162174 w 2438400"/>
                  <a:gd name="csY19" fmla="*/ 1015509 h 2438401"/>
                  <a:gd name="csX20" fmla="*/ 2162174 w 2438400"/>
                  <a:gd name="csY20" fmla="*/ 1015509 h 2438401"/>
                  <a:gd name="csX21" fmla="*/ 2125165 w 2438400"/>
                  <a:gd name="csY21" fmla="*/ 1005993 h 2438401"/>
                  <a:gd name="csX22" fmla="*/ 1432404 w 2438400"/>
                  <a:gd name="csY22" fmla="*/ 313232 h 2438401"/>
                  <a:gd name="csX23" fmla="*/ 1422888 w 2438400"/>
                  <a:gd name="csY23" fmla="*/ 276225 h 2438401"/>
                  <a:gd name="csX24" fmla="*/ 1422889 w 2438400"/>
                  <a:gd name="csY24" fmla="*/ 276225 h 2438401"/>
                  <a:gd name="csX25" fmla="*/ 1406448 w 2438400"/>
                  <a:gd name="csY25" fmla="*/ 212284 h 2438401"/>
                  <a:gd name="csX26" fmla="*/ 1390486 w 2438400"/>
                  <a:gd name="csY26" fmla="*/ 107696 h 2438401"/>
                  <a:gd name="csX27" fmla="*/ 0 w 2438400"/>
                  <a:gd name="csY27" fmla="*/ 0 h 2438401"/>
                  <a:gd name="csX28" fmla="*/ 1385047 w 2438400"/>
                  <a:gd name="csY28" fmla="*/ 0 h 2438401"/>
                  <a:gd name="csX29" fmla="*/ 1390485 w 2438400"/>
                  <a:gd name="csY29" fmla="*/ 107696 h 2438401"/>
                  <a:gd name="csX30" fmla="*/ 1406447 w 2438400"/>
                  <a:gd name="csY30" fmla="*/ 212284 h 2438401"/>
                  <a:gd name="csX31" fmla="*/ 1422888 w 2438400"/>
                  <a:gd name="csY31" fmla="*/ 276225 h 2438401"/>
                  <a:gd name="csX32" fmla="*/ 0 w 2438400"/>
                  <a:gd name="csY32" fmla="*/ 276225 h 243840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</a:cxnLst>
                <a:rect l="l" t="t" r="r" b="b"/>
                <a:pathLst>
                  <a:path w="2438400" h="2438401">
                    <a:moveTo>
                      <a:pt x="2162174" y="1015509"/>
                    </a:moveTo>
                    <a:lnTo>
                      <a:pt x="2226113" y="1031950"/>
                    </a:lnTo>
                    <a:cubicBezTo>
                      <a:pt x="2294683" y="1045981"/>
                      <a:pt x="2365681" y="1053350"/>
                      <a:pt x="2438400" y="1053350"/>
                    </a:cubicBezTo>
                    <a:lnTo>
                      <a:pt x="2438400" y="2438401"/>
                    </a:lnTo>
                    <a:lnTo>
                      <a:pt x="2162174" y="2438401"/>
                    </a:lnTo>
                    <a:close/>
                    <a:moveTo>
                      <a:pt x="1385048" y="0"/>
                    </a:moveTo>
                    <a:lnTo>
                      <a:pt x="1659489" y="0"/>
                    </a:lnTo>
                    <a:lnTo>
                      <a:pt x="1663510" y="79636"/>
                    </a:lnTo>
                    <a:cubicBezTo>
                      <a:pt x="1666170" y="105821"/>
                      <a:pt x="1670126" y="131622"/>
                      <a:pt x="1675314" y="156975"/>
                    </a:cubicBezTo>
                    <a:lnTo>
                      <a:pt x="1712331" y="276225"/>
                    </a:lnTo>
                    <a:lnTo>
                      <a:pt x="1712330" y="276225"/>
                    </a:lnTo>
                    <a:lnTo>
                      <a:pt x="1720699" y="303185"/>
                    </a:lnTo>
                    <a:cubicBezTo>
                      <a:pt x="1799529" y="489560"/>
                      <a:pt x="1948837" y="638868"/>
                      <a:pt x="2135212" y="717698"/>
                    </a:cubicBezTo>
                    <a:lnTo>
                      <a:pt x="2162174" y="726067"/>
                    </a:lnTo>
                    <a:lnTo>
                      <a:pt x="2162174" y="726067"/>
                    </a:lnTo>
                    <a:lnTo>
                      <a:pt x="2281422" y="763084"/>
                    </a:lnTo>
                    <a:cubicBezTo>
                      <a:pt x="2332127" y="773460"/>
                      <a:pt x="2384627" y="778909"/>
                      <a:pt x="2438400" y="778909"/>
                    </a:cubicBezTo>
                    <a:lnTo>
                      <a:pt x="2438400" y="1053350"/>
                    </a:lnTo>
                    <a:cubicBezTo>
                      <a:pt x="2365681" y="1053350"/>
                      <a:pt x="2294683" y="1045981"/>
                      <a:pt x="2226113" y="1031950"/>
                    </a:cubicBezTo>
                    <a:lnTo>
                      <a:pt x="2162174" y="1015509"/>
                    </a:lnTo>
                    <a:lnTo>
                      <a:pt x="2162174" y="1015509"/>
                    </a:lnTo>
                    <a:lnTo>
                      <a:pt x="2125165" y="1005993"/>
                    </a:lnTo>
                    <a:cubicBezTo>
                      <a:pt x="1795329" y="903404"/>
                      <a:pt x="1534993" y="643068"/>
                      <a:pt x="1432404" y="313232"/>
                    </a:cubicBezTo>
                    <a:lnTo>
                      <a:pt x="1422888" y="276225"/>
                    </a:lnTo>
                    <a:lnTo>
                      <a:pt x="1422889" y="276225"/>
                    </a:lnTo>
                    <a:lnTo>
                      <a:pt x="1406448" y="212284"/>
                    </a:lnTo>
                    <a:cubicBezTo>
                      <a:pt x="1399433" y="177999"/>
                      <a:pt x="1394082" y="143107"/>
                      <a:pt x="1390486" y="107696"/>
                    </a:cubicBezTo>
                    <a:close/>
                    <a:moveTo>
                      <a:pt x="0" y="0"/>
                    </a:moveTo>
                    <a:lnTo>
                      <a:pt x="1385047" y="0"/>
                    </a:lnTo>
                    <a:lnTo>
                      <a:pt x="1390485" y="107696"/>
                    </a:lnTo>
                    <a:cubicBezTo>
                      <a:pt x="1394081" y="143107"/>
                      <a:pt x="1399432" y="177999"/>
                      <a:pt x="1406447" y="212284"/>
                    </a:cubicBezTo>
                    <a:lnTo>
                      <a:pt x="1422888" y="276225"/>
                    </a:lnTo>
                    <a:lnTo>
                      <a:pt x="0" y="27622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67323404-D13B-252F-EF5D-D3375CD975D6}"/>
                  </a:ext>
                </a:extLst>
              </p:cNvPr>
              <p:cNvSpPr/>
              <p:nvPr/>
            </p:nvSpPr>
            <p:spPr>
              <a:xfrm rot="5400000">
                <a:off x="7102697" y="5481921"/>
                <a:ext cx="1362631" cy="1362632"/>
              </a:xfrm>
              <a:custGeom>
                <a:avLst/>
                <a:gdLst>
                  <a:gd name="csX0" fmla="*/ 2162174 w 2438400"/>
                  <a:gd name="csY0" fmla="*/ 1015509 h 2438401"/>
                  <a:gd name="csX1" fmla="*/ 2226113 w 2438400"/>
                  <a:gd name="csY1" fmla="*/ 1031950 h 2438401"/>
                  <a:gd name="csX2" fmla="*/ 2438400 w 2438400"/>
                  <a:gd name="csY2" fmla="*/ 1053350 h 2438401"/>
                  <a:gd name="csX3" fmla="*/ 2438400 w 2438400"/>
                  <a:gd name="csY3" fmla="*/ 2438401 h 2438401"/>
                  <a:gd name="csX4" fmla="*/ 2162174 w 2438400"/>
                  <a:gd name="csY4" fmla="*/ 2438401 h 2438401"/>
                  <a:gd name="csX5" fmla="*/ 1385048 w 2438400"/>
                  <a:gd name="csY5" fmla="*/ 0 h 2438401"/>
                  <a:gd name="csX6" fmla="*/ 1659489 w 2438400"/>
                  <a:gd name="csY6" fmla="*/ 0 h 2438401"/>
                  <a:gd name="csX7" fmla="*/ 1663510 w 2438400"/>
                  <a:gd name="csY7" fmla="*/ 79636 h 2438401"/>
                  <a:gd name="csX8" fmla="*/ 1675314 w 2438400"/>
                  <a:gd name="csY8" fmla="*/ 156975 h 2438401"/>
                  <a:gd name="csX9" fmla="*/ 1712331 w 2438400"/>
                  <a:gd name="csY9" fmla="*/ 276225 h 2438401"/>
                  <a:gd name="csX10" fmla="*/ 1712330 w 2438400"/>
                  <a:gd name="csY10" fmla="*/ 276225 h 2438401"/>
                  <a:gd name="csX11" fmla="*/ 1720699 w 2438400"/>
                  <a:gd name="csY11" fmla="*/ 303185 h 2438401"/>
                  <a:gd name="csX12" fmla="*/ 2135212 w 2438400"/>
                  <a:gd name="csY12" fmla="*/ 717698 h 2438401"/>
                  <a:gd name="csX13" fmla="*/ 2162174 w 2438400"/>
                  <a:gd name="csY13" fmla="*/ 726067 h 2438401"/>
                  <a:gd name="csX14" fmla="*/ 2162174 w 2438400"/>
                  <a:gd name="csY14" fmla="*/ 726067 h 2438401"/>
                  <a:gd name="csX15" fmla="*/ 2281422 w 2438400"/>
                  <a:gd name="csY15" fmla="*/ 763084 h 2438401"/>
                  <a:gd name="csX16" fmla="*/ 2438400 w 2438400"/>
                  <a:gd name="csY16" fmla="*/ 778909 h 2438401"/>
                  <a:gd name="csX17" fmla="*/ 2438400 w 2438400"/>
                  <a:gd name="csY17" fmla="*/ 1053350 h 2438401"/>
                  <a:gd name="csX18" fmla="*/ 2226113 w 2438400"/>
                  <a:gd name="csY18" fmla="*/ 1031950 h 2438401"/>
                  <a:gd name="csX19" fmla="*/ 2162174 w 2438400"/>
                  <a:gd name="csY19" fmla="*/ 1015509 h 2438401"/>
                  <a:gd name="csX20" fmla="*/ 2162174 w 2438400"/>
                  <a:gd name="csY20" fmla="*/ 1015509 h 2438401"/>
                  <a:gd name="csX21" fmla="*/ 2125165 w 2438400"/>
                  <a:gd name="csY21" fmla="*/ 1005993 h 2438401"/>
                  <a:gd name="csX22" fmla="*/ 1432404 w 2438400"/>
                  <a:gd name="csY22" fmla="*/ 313232 h 2438401"/>
                  <a:gd name="csX23" fmla="*/ 1422888 w 2438400"/>
                  <a:gd name="csY23" fmla="*/ 276225 h 2438401"/>
                  <a:gd name="csX24" fmla="*/ 1422889 w 2438400"/>
                  <a:gd name="csY24" fmla="*/ 276225 h 2438401"/>
                  <a:gd name="csX25" fmla="*/ 1406448 w 2438400"/>
                  <a:gd name="csY25" fmla="*/ 212284 h 2438401"/>
                  <a:gd name="csX26" fmla="*/ 1390486 w 2438400"/>
                  <a:gd name="csY26" fmla="*/ 107696 h 2438401"/>
                  <a:gd name="csX27" fmla="*/ 0 w 2438400"/>
                  <a:gd name="csY27" fmla="*/ 0 h 2438401"/>
                  <a:gd name="csX28" fmla="*/ 1385047 w 2438400"/>
                  <a:gd name="csY28" fmla="*/ 0 h 2438401"/>
                  <a:gd name="csX29" fmla="*/ 1390485 w 2438400"/>
                  <a:gd name="csY29" fmla="*/ 107696 h 2438401"/>
                  <a:gd name="csX30" fmla="*/ 1406447 w 2438400"/>
                  <a:gd name="csY30" fmla="*/ 212284 h 2438401"/>
                  <a:gd name="csX31" fmla="*/ 1422888 w 2438400"/>
                  <a:gd name="csY31" fmla="*/ 276225 h 2438401"/>
                  <a:gd name="csX32" fmla="*/ 0 w 2438400"/>
                  <a:gd name="csY32" fmla="*/ 276225 h 243840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</a:cxnLst>
                <a:rect l="l" t="t" r="r" b="b"/>
                <a:pathLst>
                  <a:path w="2438400" h="2438401">
                    <a:moveTo>
                      <a:pt x="2162174" y="1015509"/>
                    </a:moveTo>
                    <a:lnTo>
                      <a:pt x="2226113" y="1031950"/>
                    </a:lnTo>
                    <a:cubicBezTo>
                      <a:pt x="2294683" y="1045981"/>
                      <a:pt x="2365681" y="1053350"/>
                      <a:pt x="2438400" y="1053350"/>
                    </a:cubicBezTo>
                    <a:lnTo>
                      <a:pt x="2438400" y="2438401"/>
                    </a:lnTo>
                    <a:lnTo>
                      <a:pt x="2162174" y="2438401"/>
                    </a:lnTo>
                    <a:close/>
                    <a:moveTo>
                      <a:pt x="1385048" y="0"/>
                    </a:moveTo>
                    <a:lnTo>
                      <a:pt x="1659489" y="0"/>
                    </a:lnTo>
                    <a:lnTo>
                      <a:pt x="1663510" y="79636"/>
                    </a:lnTo>
                    <a:cubicBezTo>
                      <a:pt x="1666170" y="105821"/>
                      <a:pt x="1670126" y="131622"/>
                      <a:pt x="1675314" y="156975"/>
                    </a:cubicBezTo>
                    <a:lnTo>
                      <a:pt x="1712331" y="276225"/>
                    </a:lnTo>
                    <a:lnTo>
                      <a:pt x="1712330" y="276225"/>
                    </a:lnTo>
                    <a:lnTo>
                      <a:pt x="1720699" y="303185"/>
                    </a:lnTo>
                    <a:cubicBezTo>
                      <a:pt x="1799529" y="489560"/>
                      <a:pt x="1948837" y="638868"/>
                      <a:pt x="2135212" y="717698"/>
                    </a:cubicBezTo>
                    <a:lnTo>
                      <a:pt x="2162174" y="726067"/>
                    </a:lnTo>
                    <a:lnTo>
                      <a:pt x="2162174" y="726067"/>
                    </a:lnTo>
                    <a:lnTo>
                      <a:pt x="2281422" y="763084"/>
                    </a:lnTo>
                    <a:cubicBezTo>
                      <a:pt x="2332127" y="773460"/>
                      <a:pt x="2384627" y="778909"/>
                      <a:pt x="2438400" y="778909"/>
                    </a:cubicBezTo>
                    <a:lnTo>
                      <a:pt x="2438400" y="1053350"/>
                    </a:lnTo>
                    <a:cubicBezTo>
                      <a:pt x="2365681" y="1053350"/>
                      <a:pt x="2294683" y="1045981"/>
                      <a:pt x="2226113" y="1031950"/>
                    </a:cubicBezTo>
                    <a:lnTo>
                      <a:pt x="2162174" y="1015509"/>
                    </a:lnTo>
                    <a:lnTo>
                      <a:pt x="2162174" y="1015509"/>
                    </a:lnTo>
                    <a:lnTo>
                      <a:pt x="2125165" y="1005993"/>
                    </a:lnTo>
                    <a:cubicBezTo>
                      <a:pt x="1795329" y="903404"/>
                      <a:pt x="1534993" y="643068"/>
                      <a:pt x="1432404" y="313232"/>
                    </a:cubicBezTo>
                    <a:lnTo>
                      <a:pt x="1422888" y="276225"/>
                    </a:lnTo>
                    <a:lnTo>
                      <a:pt x="1422889" y="276225"/>
                    </a:lnTo>
                    <a:lnTo>
                      <a:pt x="1406448" y="212284"/>
                    </a:lnTo>
                    <a:cubicBezTo>
                      <a:pt x="1399433" y="177999"/>
                      <a:pt x="1394082" y="143107"/>
                      <a:pt x="1390486" y="107696"/>
                    </a:cubicBezTo>
                    <a:close/>
                    <a:moveTo>
                      <a:pt x="0" y="0"/>
                    </a:moveTo>
                    <a:lnTo>
                      <a:pt x="1385047" y="0"/>
                    </a:lnTo>
                    <a:lnTo>
                      <a:pt x="1390485" y="107696"/>
                    </a:lnTo>
                    <a:cubicBezTo>
                      <a:pt x="1394081" y="143107"/>
                      <a:pt x="1399432" y="177999"/>
                      <a:pt x="1406447" y="212284"/>
                    </a:cubicBezTo>
                    <a:lnTo>
                      <a:pt x="1422888" y="276225"/>
                    </a:lnTo>
                    <a:lnTo>
                      <a:pt x="0" y="27622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650C2C3-349E-43F8-0E16-5180B502C03C}"/>
                  </a:ext>
                </a:extLst>
              </p:cNvPr>
              <p:cNvSpPr/>
              <p:nvPr/>
            </p:nvSpPr>
            <p:spPr>
              <a:xfrm>
                <a:off x="8310562" y="4271680"/>
                <a:ext cx="154765" cy="121024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0413D1E2-1257-BC66-A79A-0BE330D1E7BF}"/>
                  </a:ext>
                </a:extLst>
              </p:cNvPr>
              <p:cNvSpPr/>
              <p:nvPr/>
            </p:nvSpPr>
            <p:spPr>
              <a:xfrm rot="5400000">
                <a:off x="4799416" y="4541272"/>
                <a:ext cx="154765" cy="445179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BD9C92FA-95BB-271D-E063-A4B10B557D7A}"/>
                </a:ext>
              </a:extLst>
            </p:cNvPr>
            <p:cNvGrpSpPr/>
            <p:nvPr/>
          </p:nvGrpSpPr>
          <p:grpSpPr>
            <a:xfrm flipV="1">
              <a:off x="1288268" y="2909048"/>
              <a:ext cx="7177058" cy="3935504"/>
              <a:chOff x="1288268" y="2909048"/>
              <a:chExt cx="7177058" cy="3935503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BE54B3F5-812C-B087-293B-33CF4DEEAD3B}"/>
                  </a:ext>
                </a:extLst>
              </p:cNvPr>
              <p:cNvSpPr/>
              <p:nvPr/>
            </p:nvSpPr>
            <p:spPr>
              <a:xfrm rot="5400000">
                <a:off x="7102694" y="5481920"/>
                <a:ext cx="1362631" cy="1362632"/>
              </a:xfrm>
              <a:custGeom>
                <a:avLst/>
                <a:gdLst>
                  <a:gd name="csX0" fmla="*/ 2162174 w 2438400"/>
                  <a:gd name="csY0" fmla="*/ 1015509 h 2438401"/>
                  <a:gd name="csX1" fmla="*/ 2226113 w 2438400"/>
                  <a:gd name="csY1" fmla="*/ 1031950 h 2438401"/>
                  <a:gd name="csX2" fmla="*/ 2438400 w 2438400"/>
                  <a:gd name="csY2" fmla="*/ 1053350 h 2438401"/>
                  <a:gd name="csX3" fmla="*/ 2438400 w 2438400"/>
                  <a:gd name="csY3" fmla="*/ 2438401 h 2438401"/>
                  <a:gd name="csX4" fmla="*/ 2162174 w 2438400"/>
                  <a:gd name="csY4" fmla="*/ 2438401 h 2438401"/>
                  <a:gd name="csX5" fmla="*/ 1385048 w 2438400"/>
                  <a:gd name="csY5" fmla="*/ 0 h 2438401"/>
                  <a:gd name="csX6" fmla="*/ 1659489 w 2438400"/>
                  <a:gd name="csY6" fmla="*/ 0 h 2438401"/>
                  <a:gd name="csX7" fmla="*/ 1663510 w 2438400"/>
                  <a:gd name="csY7" fmla="*/ 79636 h 2438401"/>
                  <a:gd name="csX8" fmla="*/ 1675314 w 2438400"/>
                  <a:gd name="csY8" fmla="*/ 156975 h 2438401"/>
                  <a:gd name="csX9" fmla="*/ 1712331 w 2438400"/>
                  <a:gd name="csY9" fmla="*/ 276225 h 2438401"/>
                  <a:gd name="csX10" fmla="*/ 1712330 w 2438400"/>
                  <a:gd name="csY10" fmla="*/ 276225 h 2438401"/>
                  <a:gd name="csX11" fmla="*/ 1720699 w 2438400"/>
                  <a:gd name="csY11" fmla="*/ 303185 h 2438401"/>
                  <a:gd name="csX12" fmla="*/ 2135212 w 2438400"/>
                  <a:gd name="csY12" fmla="*/ 717698 h 2438401"/>
                  <a:gd name="csX13" fmla="*/ 2162174 w 2438400"/>
                  <a:gd name="csY13" fmla="*/ 726067 h 2438401"/>
                  <a:gd name="csX14" fmla="*/ 2162174 w 2438400"/>
                  <a:gd name="csY14" fmla="*/ 726067 h 2438401"/>
                  <a:gd name="csX15" fmla="*/ 2281422 w 2438400"/>
                  <a:gd name="csY15" fmla="*/ 763084 h 2438401"/>
                  <a:gd name="csX16" fmla="*/ 2438400 w 2438400"/>
                  <a:gd name="csY16" fmla="*/ 778909 h 2438401"/>
                  <a:gd name="csX17" fmla="*/ 2438400 w 2438400"/>
                  <a:gd name="csY17" fmla="*/ 1053350 h 2438401"/>
                  <a:gd name="csX18" fmla="*/ 2226113 w 2438400"/>
                  <a:gd name="csY18" fmla="*/ 1031950 h 2438401"/>
                  <a:gd name="csX19" fmla="*/ 2162174 w 2438400"/>
                  <a:gd name="csY19" fmla="*/ 1015509 h 2438401"/>
                  <a:gd name="csX20" fmla="*/ 2162174 w 2438400"/>
                  <a:gd name="csY20" fmla="*/ 1015509 h 2438401"/>
                  <a:gd name="csX21" fmla="*/ 2125165 w 2438400"/>
                  <a:gd name="csY21" fmla="*/ 1005993 h 2438401"/>
                  <a:gd name="csX22" fmla="*/ 1432404 w 2438400"/>
                  <a:gd name="csY22" fmla="*/ 313232 h 2438401"/>
                  <a:gd name="csX23" fmla="*/ 1422888 w 2438400"/>
                  <a:gd name="csY23" fmla="*/ 276225 h 2438401"/>
                  <a:gd name="csX24" fmla="*/ 1422889 w 2438400"/>
                  <a:gd name="csY24" fmla="*/ 276225 h 2438401"/>
                  <a:gd name="csX25" fmla="*/ 1406448 w 2438400"/>
                  <a:gd name="csY25" fmla="*/ 212284 h 2438401"/>
                  <a:gd name="csX26" fmla="*/ 1390486 w 2438400"/>
                  <a:gd name="csY26" fmla="*/ 107696 h 2438401"/>
                  <a:gd name="csX27" fmla="*/ 0 w 2438400"/>
                  <a:gd name="csY27" fmla="*/ 0 h 2438401"/>
                  <a:gd name="csX28" fmla="*/ 1385047 w 2438400"/>
                  <a:gd name="csY28" fmla="*/ 0 h 2438401"/>
                  <a:gd name="csX29" fmla="*/ 1390485 w 2438400"/>
                  <a:gd name="csY29" fmla="*/ 107696 h 2438401"/>
                  <a:gd name="csX30" fmla="*/ 1406447 w 2438400"/>
                  <a:gd name="csY30" fmla="*/ 212284 h 2438401"/>
                  <a:gd name="csX31" fmla="*/ 1422888 w 2438400"/>
                  <a:gd name="csY31" fmla="*/ 276225 h 2438401"/>
                  <a:gd name="csX32" fmla="*/ 0 w 2438400"/>
                  <a:gd name="csY32" fmla="*/ 276225 h 243840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</a:cxnLst>
                <a:rect l="l" t="t" r="r" b="b"/>
                <a:pathLst>
                  <a:path w="2438400" h="2438401">
                    <a:moveTo>
                      <a:pt x="2162174" y="1015509"/>
                    </a:moveTo>
                    <a:lnTo>
                      <a:pt x="2226113" y="1031950"/>
                    </a:lnTo>
                    <a:cubicBezTo>
                      <a:pt x="2294683" y="1045981"/>
                      <a:pt x="2365681" y="1053350"/>
                      <a:pt x="2438400" y="1053350"/>
                    </a:cubicBezTo>
                    <a:lnTo>
                      <a:pt x="2438400" y="2438401"/>
                    </a:lnTo>
                    <a:lnTo>
                      <a:pt x="2162174" y="2438401"/>
                    </a:lnTo>
                    <a:close/>
                    <a:moveTo>
                      <a:pt x="1385048" y="0"/>
                    </a:moveTo>
                    <a:lnTo>
                      <a:pt x="1659489" y="0"/>
                    </a:lnTo>
                    <a:lnTo>
                      <a:pt x="1663510" y="79636"/>
                    </a:lnTo>
                    <a:cubicBezTo>
                      <a:pt x="1666170" y="105821"/>
                      <a:pt x="1670126" y="131622"/>
                      <a:pt x="1675314" y="156975"/>
                    </a:cubicBezTo>
                    <a:lnTo>
                      <a:pt x="1712331" y="276225"/>
                    </a:lnTo>
                    <a:lnTo>
                      <a:pt x="1712330" y="276225"/>
                    </a:lnTo>
                    <a:lnTo>
                      <a:pt x="1720699" y="303185"/>
                    </a:lnTo>
                    <a:cubicBezTo>
                      <a:pt x="1799529" y="489560"/>
                      <a:pt x="1948837" y="638868"/>
                      <a:pt x="2135212" y="717698"/>
                    </a:cubicBezTo>
                    <a:lnTo>
                      <a:pt x="2162174" y="726067"/>
                    </a:lnTo>
                    <a:lnTo>
                      <a:pt x="2162174" y="726067"/>
                    </a:lnTo>
                    <a:lnTo>
                      <a:pt x="2281422" y="763084"/>
                    </a:lnTo>
                    <a:cubicBezTo>
                      <a:pt x="2332127" y="773460"/>
                      <a:pt x="2384627" y="778909"/>
                      <a:pt x="2438400" y="778909"/>
                    </a:cubicBezTo>
                    <a:lnTo>
                      <a:pt x="2438400" y="1053350"/>
                    </a:lnTo>
                    <a:cubicBezTo>
                      <a:pt x="2365681" y="1053350"/>
                      <a:pt x="2294683" y="1045981"/>
                      <a:pt x="2226113" y="1031950"/>
                    </a:cubicBezTo>
                    <a:lnTo>
                      <a:pt x="2162174" y="1015509"/>
                    </a:lnTo>
                    <a:lnTo>
                      <a:pt x="2162174" y="1015509"/>
                    </a:lnTo>
                    <a:lnTo>
                      <a:pt x="2125165" y="1005993"/>
                    </a:lnTo>
                    <a:cubicBezTo>
                      <a:pt x="1795329" y="903404"/>
                      <a:pt x="1534993" y="643068"/>
                      <a:pt x="1432404" y="313232"/>
                    </a:cubicBezTo>
                    <a:lnTo>
                      <a:pt x="1422888" y="276225"/>
                    </a:lnTo>
                    <a:lnTo>
                      <a:pt x="1422889" y="276225"/>
                    </a:lnTo>
                    <a:lnTo>
                      <a:pt x="1406448" y="212284"/>
                    </a:lnTo>
                    <a:cubicBezTo>
                      <a:pt x="1399433" y="177999"/>
                      <a:pt x="1394082" y="143107"/>
                      <a:pt x="1390486" y="107696"/>
                    </a:cubicBezTo>
                    <a:close/>
                    <a:moveTo>
                      <a:pt x="0" y="0"/>
                    </a:moveTo>
                    <a:lnTo>
                      <a:pt x="1385047" y="0"/>
                    </a:lnTo>
                    <a:lnTo>
                      <a:pt x="1390485" y="107696"/>
                    </a:lnTo>
                    <a:cubicBezTo>
                      <a:pt x="1394081" y="143107"/>
                      <a:pt x="1399432" y="177999"/>
                      <a:pt x="1406447" y="212284"/>
                    </a:cubicBezTo>
                    <a:lnTo>
                      <a:pt x="1422888" y="276225"/>
                    </a:lnTo>
                    <a:lnTo>
                      <a:pt x="0" y="27622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452F7CE3-0F27-E568-0CA1-C036B45E03F4}"/>
                  </a:ext>
                </a:extLst>
              </p:cNvPr>
              <p:cNvSpPr/>
              <p:nvPr/>
            </p:nvSpPr>
            <p:spPr>
              <a:xfrm rot="16200000">
                <a:off x="1288268" y="2909048"/>
                <a:ext cx="1362631" cy="1362632"/>
              </a:xfrm>
              <a:custGeom>
                <a:avLst/>
                <a:gdLst>
                  <a:gd name="csX0" fmla="*/ 2162174 w 2438400"/>
                  <a:gd name="csY0" fmla="*/ 1015509 h 2438401"/>
                  <a:gd name="csX1" fmla="*/ 2226113 w 2438400"/>
                  <a:gd name="csY1" fmla="*/ 1031950 h 2438401"/>
                  <a:gd name="csX2" fmla="*/ 2438400 w 2438400"/>
                  <a:gd name="csY2" fmla="*/ 1053350 h 2438401"/>
                  <a:gd name="csX3" fmla="*/ 2438400 w 2438400"/>
                  <a:gd name="csY3" fmla="*/ 2438401 h 2438401"/>
                  <a:gd name="csX4" fmla="*/ 2162174 w 2438400"/>
                  <a:gd name="csY4" fmla="*/ 2438401 h 2438401"/>
                  <a:gd name="csX5" fmla="*/ 1385048 w 2438400"/>
                  <a:gd name="csY5" fmla="*/ 0 h 2438401"/>
                  <a:gd name="csX6" fmla="*/ 1659489 w 2438400"/>
                  <a:gd name="csY6" fmla="*/ 0 h 2438401"/>
                  <a:gd name="csX7" fmla="*/ 1663510 w 2438400"/>
                  <a:gd name="csY7" fmla="*/ 79636 h 2438401"/>
                  <a:gd name="csX8" fmla="*/ 1675314 w 2438400"/>
                  <a:gd name="csY8" fmla="*/ 156975 h 2438401"/>
                  <a:gd name="csX9" fmla="*/ 1712331 w 2438400"/>
                  <a:gd name="csY9" fmla="*/ 276225 h 2438401"/>
                  <a:gd name="csX10" fmla="*/ 1712330 w 2438400"/>
                  <a:gd name="csY10" fmla="*/ 276225 h 2438401"/>
                  <a:gd name="csX11" fmla="*/ 1720699 w 2438400"/>
                  <a:gd name="csY11" fmla="*/ 303185 h 2438401"/>
                  <a:gd name="csX12" fmla="*/ 2135212 w 2438400"/>
                  <a:gd name="csY12" fmla="*/ 717698 h 2438401"/>
                  <a:gd name="csX13" fmla="*/ 2162174 w 2438400"/>
                  <a:gd name="csY13" fmla="*/ 726067 h 2438401"/>
                  <a:gd name="csX14" fmla="*/ 2162174 w 2438400"/>
                  <a:gd name="csY14" fmla="*/ 726067 h 2438401"/>
                  <a:gd name="csX15" fmla="*/ 2281422 w 2438400"/>
                  <a:gd name="csY15" fmla="*/ 763084 h 2438401"/>
                  <a:gd name="csX16" fmla="*/ 2438400 w 2438400"/>
                  <a:gd name="csY16" fmla="*/ 778909 h 2438401"/>
                  <a:gd name="csX17" fmla="*/ 2438400 w 2438400"/>
                  <a:gd name="csY17" fmla="*/ 1053350 h 2438401"/>
                  <a:gd name="csX18" fmla="*/ 2226113 w 2438400"/>
                  <a:gd name="csY18" fmla="*/ 1031950 h 2438401"/>
                  <a:gd name="csX19" fmla="*/ 2162174 w 2438400"/>
                  <a:gd name="csY19" fmla="*/ 1015509 h 2438401"/>
                  <a:gd name="csX20" fmla="*/ 2162174 w 2438400"/>
                  <a:gd name="csY20" fmla="*/ 1015509 h 2438401"/>
                  <a:gd name="csX21" fmla="*/ 2125165 w 2438400"/>
                  <a:gd name="csY21" fmla="*/ 1005993 h 2438401"/>
                  <a:gd name="csX22" fmla="*/ 1432404 w 2438400"/>
                  <a:gd name="csY22" fmla="*/ 313232 h 2438401"/>
                  <a:gd name="csX23" fmla="*/ 1422888 w 2438400"/>
                  <a:gd name="csY23" fmla="*/ 276225 h 2438401"/>
                  <a:gd name="csX24" fmla="*/ 1422889 w 2438400"/>
                  <a:gd name="csY24" fmla="*/ 276225 h 2438401"/>
                  <a:gd name="csX25" fmla="*/ 1406448 w 2438400"/>
                  <a:gd name="csY25" fmla="*/ 212284 h 2438401"/>
                  <a:gd name="csX26" fmla="*/ 1390486 w 2438400"/>
                  <a:gd name="csY26" fmla="*/ 107696 h 2438401"/>
                  <a:gd name="csX27" fmla="*/ 0 w 2438400"/>
                  <a:gd name="csY27" fmla="*/ 0 h 2438401"/>
                  <a:gd name="csX28" fmla="*/ 1385047 w 2438400"/>
                  <a:gd name="csY28" fmla="*/ 0 h 2438401"/>
                  <a:gd name="csX29" fmla="*/ 1390485 w 2438400"/>
                  <a:gd name="csY29" fmla="*/ 107696 h 2438401"/>
                  <a:gd name="csX30" fmla="*/ 1406447 w 2438400"/>
                  <a:gd name="csY30" fmla="*/ 212284 h 2438401"/>
                  <a:gd name="csX31" fmla="*/ 1422888 w 2438400"/>
                  <a:gd name="csY31" fmla="*/ 276225 h 2438401"/>
                  <a:gd name="csX32" fmla="*/ 0 w 2438400"/>
                  <a:gd name="csY32" fmla="*/ 276225 h 243840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</a:cxnLst>
                <a:rect l="l" t="t" r="r" b="b"/>
                <a:pathLst>
                  <a:path w="2438400" h="2438401">
                    <a:moveTo>
                      <a:pt x="2162174" y="1015509"/>
                    </a:moveTo>
                    <a:lnTo>
                      <a:pt x="2226113" y="1031950"/>
                    </a:lnTo>
                    <a:cubicBezTo>
                      <a:pt x="2294683" y="1045981"/>
                      <a:pt x="2365681" y="1053350"/>
                      <a:pt x="2438400" y="1053350"/>
                    </a:cubicBezTo>
                    <a:lnTo>
                      <a:pt x="2438400" y="2438401"/>
                    </a:lnTo>
                    <a:lnTo>
                      <a:pt x="2162174" y="2438401"/>
                    </a:lnTo>
                    <a:close/>
                    <a:moveTo>
                      <a:pt x="1385048" y="0"/>
                    </a:moveTo>
                    <a:lnTo>
                      <a:pt x="1659489" y="0"/>
                    </a:lnTo>
                    <a:lnTo>
                      <a:pt x="1663510" y="79636"/>
                    </a:lnTo>
                    <a:cubicBezTo>
                      <a:pt x="1666170" y="105821"/>
                      <a:pt x="1670126" y="131622"/>
                      <a:pt x="1675314" y="156975"/>
                    </a:cubicBezTo>
                    <a:lnTo>
                      <a:pt x="1712331" y="276225"/>
                    </a:lnTo>
                    <a:lnTo>
                      <a:pt x="1712330" y="276225"/>
                    </a:lnTo>
                    <a:lnTo>
                      <a:pt x="1720699" y="303185"/>
                    </a:lnTo>
                    <a:cubicBezTo>
                      <a:pt x="1799529" y="489560"/>
                      <a:pt x="1948837" y="638868"/>
                      <a:pt x="2135212" y="717698"/>
                    </a:cubicBezTo>
                    <a:lnTo>
                      <a:pt x="2162174" y="726067"/>
                    </a:lnTo>
                    <a:lnTo>
                      <a:pt x="2162174" y="726067"/>
                    </a:lnTo>
                    <a:lnTo>
                      <a:pt x="2281422" y="763084"/>
                    </a:lnTo>
                    <a:cubicBezTo>
                      <a:pt x="2332127" y="773460"/>
                      <a:pt x="2384627" y="778909"/>
                      <a:pt x="2438400" y="778909"/>
                    </a:cubicBezTo>
                    <a:lnTo>
                      <a:pt x="2438400" y="1053350"/>
                    </a:lnTo>
                    <a:cubicBezTo>
                      <a:pt x="2365681" y="1053350"/>
                      <a:pt x="2294683" y="1045981"/>
                      <a:pt x="2226113" y="1031950"/>
                    </a:cubicBezTo>
                    <a:lnTo>
                      <a:pt x="2162174" y="1015509"/>
                    </a:lnTo>
                    <a:lnTo>
                      <a:pt x="2162174" y="1015509"/>
                    </a:lnTo>
                    <a:lnTo>
                      <a:pt x="2125165" y="1005993"/>
                    </a:lnTo>
                    <a:cubicBezTo>
                      <a:pt x="1795329" y="903404"/>
                      <a:pt x="1534993" y="643068"/>
                      <a:pt x="1432404" y="313232"/>
                    </a:cubicBezTo>
                    <a:lnTo>
                      <a:pt x="1422888" y="276225"/>
                    </a:lnTo>
                    <a:lnTo>
                      <a:pt x="1422889" y="276225"/>
                    </a:lnTo>
                    <a:lnTo>
                      <a:pt x="1406448" y="212284"/>
                    </a:lnTo>
                    <a:cubicBezTo>
                      <a:pt x="1399433" y="177999"/>
                      <a:pt x="1394082" y="143107"/>
                      <a:pt x="1390486" y="107696"/>
                    </a:cubicBezTo>
                    <a:close/>
                    <a:moveTo>
                      <a:pt x="0" y="0"/>
                    </a:moveTo>
                    <a:lnTo>
                      <a:pt x="1385047" y="0"/>
                    </a:lnTo>
                    <a:lnTo>
                      <a:pt x="1390485" y="107696"/>
                    </a:lnTo>
                    <a:cubicBezTo>
                      <a:pt x="1394081" y="143107"/>
                      <a:pt x="1399432" y="177999"/>
                      <a:pt x="1406447" y="212284"/>
                    </a:cubicBezTo>
                    <a:lnTo>
                      <a:pt x="1422888" y="276225"/>
                    </a:lnTo>
                    <a:lnTo>
                      <a:pt x="0" y="27622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D0A6BC9-DFAE-754B-8C4D-F73A44EE6918}"/>
                </a:ext>
              </a:extLst>
            </p:cNvPr>
            <p:cNvSpPr/>
            <p:nvPr/>
          </p:nvSpPr>
          <p:spPr>
            <a:xfrm rot="10800000">
              <a:off x="1288269" y="4271680"/>
              <a:ext cx="154765" cy="121024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897C9D18-74B8-23A5-3D3B-96443147DA72}"/>
                </a:ext>
              </a:extLst>
            </p:cNvPr>
            <p:cNvSpPr/>
            <p:nvPr/>
          </p:nvSpPr>
          <p:spPr>
            <a:xfrm rot="16200000">
              <a:off x="4799415" y="760536"/>
              <a:ext cx="154765" cy="445179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87131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8F9AE2FD-65F5-68E5-53E6-14CD89E79C55}"/>
              </a:ext>
            </a:extLst>
          </p:cNvPr>
          <p:cNvGrpSpPr/>
          <p:nvPr/>
        </p:nvGrpSpPr>
        <p:grpSpPr>
          <a:xfrm>
            <a:off x="0" y="0"/>
            <a:ext cx="4876800" cy="4876800"/>
            <a:chOff x="0" y="0"/>
            <a:chExt cx="4876800" cy="48768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5BC8C924-FE08-578F-8494-21C4165D6AB1}"/>
                </a:ext>
              </a:extLst>
            </p:cNvPr>
            <p:cNvSpPr/>
            <p:nvPr/>
          </p:nvSpPr>
          <p:spPr>
            <a:xfrm>
              <a:off x="0" y="0"/>
              <a:ext cx="4876800" cy="48768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" name="Frame 3">
              <a:extLst>
                <a:ext uri="{FF2B5EF4-FFF2-40B4-BE49-F238E27FC236}">
                  <a16:creationId xmlns:a16="http://schemas.microsoft.com/office/drawing/2014/main" id="{611F1EBF-EC91-3FD5-C7C7-42B3F6DD1F35}"/>
                </a:ext>
              </a:extLst>
            </p:cNvPr>
            <p:cNvSpPr/>
            <p:nvPr/>
          </p:nvSpPr>
          <p:spPr>
            <a:xfrm>
              <a:off x="179294" y="179294"/>
              <a:ext cx="4518212" cy="4518212"/>
            </a:xfrm>
            <a:prstGeom prst="frame">
              <a:avLst>
                <a:gd name="adj1" fmla="val 7353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BDDABEE3-DECB-B7F7-7432-F8809EFFF7DE}"/>
              </a:ext>
            </a:extLst>
          </p:cNvPr>
          <p:cNvGrpSpPr/>
          <p:nvPr/>
        </p:nvGrpSpPr>
        <p:grpSpPr>
          <a:xfrm>
            <a:off x="4876799" y="0"/>
            <a:ext cx="4876801" cy="4876801"/>
            <a:chOff x="4876799" y="0"/>
            <a:chExt cx="4876801" cy="4876801"/>
          </a:xfrm>
          <a:solidFill>
            <a:schemeClr val="tx1"/>
          </a:solidFill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0A7C99B-A6B4-840B-6B8E-A91D87DAFCD7}"/>
                </a:ext>
              </a:extLst>
            </p:cNvPr>
            <p:cNvSpPr/>
            <p:nvPr/>
          </p:nvSpPr>
          <p:spPr>
            <a:xfrm>
              <a:off x="7315200" y="0"/>
              <a:ext cx="2438400" cy="2438401"/>
            </a:xfrm>
            <a:custGeom>
              <a:avLst/>
              <a:gdLst>
                <a:gd name="csX0" fmla="*/ 2162174 w 2438400"/>
                <a:gd name="csY0" fmla="*/ 1015509 h 2438401"/>
                <a:gd name="csX1" fmla="*/ 2226113 w 2438400"/>
                <a:gd name="csY1" fmla="*/ 1031950 h 2438401"/>
                <a:gd name="csX2" fmla="*/ 2438400 w 2438400"/>
                <a:gd name="csY2" fmla="*/ 1053350 h 2438401"/>
                <a:gd name="csX3" fmla="*/ 2438400 w 2438400"/>
                <a:gd name="csY3" fmla="*/ 2438401 h 2438401"/>
                <a:gd name="csX4" fmla="*/ 2162174 w 2438400"/>
                <a:gd name="csY4" fmla="*/ 2438401 h 2438401"/>
                <a:gd name="csX5" fmla="*/ 1385048 w 2438400"/>
                <a:gd name="csY5" fmla="*/ 0 h 2438401"/>
                <a:gd name="csX6" fmla="*/ 1659489 w 2438400"/>
                <a:gd name="csY6" fmla="*/ 0 h 2438401"/>
                <a:gd name="csX7" fmla="*/ 1663510 w 2438400"/>
                <a:gd name="csY7" fmla="*/ 79636 h 2438401"/>
                <a:gd name="csX8" fmla="*/ 1675314 w 2438400"/>
                <a:gd name="csY8" fmla="*/ 156975 h 2438401"/>
                <a:gd name="csX9" fmla="*/ 1712331 w 2438400"/>
                <a:gd name="csY9" fmla="*/ 276225 h 2438401"/>
                <a:gd name="csX10" fmla="*/ 1712330 w 2438400"/>
                <a:gd name="csY10" fmla="*/ 276225 h 2438401"/>
                <a:gd name="csX11" fmla="*/ 1720699 w 2438400"/>
                <a:gd name="csY11" fmla="*/ 303185 h 2438401"/>
                <a:gd name="csX12" fmla="*/ 2135212 w 2438400"/>
                <a:gd name="csY12" fmla="*/ 717698 h 2438401"/>
                <a:gd name="csX13" fmla="*/ 2162174 w 2438400"/>
                <a:gd name="csY13" fmla="*/ 726067 h 2438401"/>
                <a:gd name="csX14" fmla="*/ 2162174 w 2438400"/>
                <a:gd name="csY14" fmla="*/ 726067 h 2438401"/>
                <a:gd name="csX15" fmla="*/ 2281422 w 2438400"/>
                <a:gd name="csY15" fmla="*/ 763084 h 2438401"/>
                <a:gd name="csX16" fmla="*/ 2438400 w 2438400"/>
                <a:gd name="csY16" fmla="*/ 778909 h 2438401"/>
                <a:gd name="csX17" fmla="*/ 2438400 w 2438400"/>
                <a:gd name="csY17" fmla="*/ 1053350 h 2438401"/>
                <a:gd name="csX18" fmla="*/ 2226113 w 2438400"/>
                <a:gd name="csY18" fmla="*/ 1031950 h 2438401"/>
                <a:gd name="csX19" fmla="*/ 2162174 w 2438400"/>
                <a:gd name="csY19" fmla="*/ 1015509 h 2438401"/>
                <a:gd name="csX20" fmla="*/ 2162174 w 2438400"/>
                <a:gd name="csY20" fmla="*/ 1015509 h 2438401"/>
                <a:gd name="csX21" fmla="*/ 2125165 w 2438400"/>
                <a:gd name="csY21" fmla="*/ 1005993 h 2438401"/>
                <a:gd name="csX22" fmla="*/ 1432404 w 2438400"/>
                <a:gd name="csY22" fmla="*/ 313232 h 2438401"/>
                <a:gd name="csX23" fmla="*/ 1422888 w 2438400"/>
                <a:gd name="csY23" fmla="*/ 276225 h 2438401"/>
                <a:gd name="csX24" fmla="*/ 1422889 w 2438400"/>
                <a:gd name="csY24" fmla="*/ 276225 h 2438401"/>
                <a:gd name="csX25" fmla="*/ 1406448 w 2438400"/>
                <a:gd name="csY25" fmla="*/ 212284 h 2438401"/>
                <a:gd name="csX26" fmla="*/ 1390486 w 2438400"/>
                <a:gd name="csY26" fmla="*/ 107696 h 2438401"/>
                <a:gd name="csX27" fmla="*/ 0 w 2438400"/>
                <a:gd name="csY27" fmla="*/ 0 h 2438401"/>
                <a:gd name="csX28" fmla="*/ 1385047 w 2438400"/>
                <a:gd name="csY28" fmla="*/ 0 h 2438401"/>
                <a:gd name="csX29" fmla="*/ 1390485 w 2438400"/>
                <a:gd name="csY29" fmla="*/ 107696 h 2438401"/>
                <a:gd name="csX30" fmla="*/ 1406447 w 2438400"/>
                <a:gd name="csY30" fmla="*/ 212284 h 2438401"/>
                <a:gd name="csX31" fmla="*/ 1422888 w 2438400"/>
                <a:gd name="csY31" fmla="*/ 276225 h 2438401"/>
                <a:gd name="csX32" fmla="*/ 0 w 2438400"/>
                <a:gd name="csY32" fmla="*/ 276225 h 2438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2438400" h="2438401">
                  <a:moveTo>
                    <a:pt x="2162174" y="1015509"/>
                  </a:moveTo>
                  <a:lnTo>
                    <a:pt x="2226113" y="1031950"/>
                  </a:lnTo>
                  <a:cubicBezTo>
                    <a:pt x="2294683" y="1045981"/>
                    <a:pt x="2365681" y="1053350"/>
                    <a:pt x="2438400" y="1053350"/>
                  </a:cubicBezTo>
                  <a:lnTo>
                    <a:pt x="2438400" y="2438401"/>
                  </a:lnTo>
                  <a:lnTo>
                    <a:pt x="2162174" y="2438401"/>
                  </a:lnTo>
                  <a:close/>
                  <a:moveTo>
                    <a:pt x="1385048" y="0"/>
                  </a:moveTo>
                  <a:lnTo>
                    <a:pt x="1659489" y="0"/>
                  </a:lnTo>
                  <a:lnTo>
                    <a:pt x="1663510" y="79636"/>
                  </a:lnTo>
                  <a:cubicBezTo>
                    <a:pt x="1666170" y="105821"/>
                    <a:pt x="1670126" y="131622"/>
                    <a:pt x="1675314" y="156975"/>
                  </a:cubicBezTo>
                  <a:lnTo>
                    <a:pt x="1712331" y="276225"/>
                  </a:lnTo>
                  <a:lnTo>
                    <a:pt x="1712330" y="276225"/>
                  </a:lnTo>
                  <a:lnTo>
                    <a:pt x="1720699" y="303185"/>
                  </a:lnTo>
                  <a:cubicBezTo>
                    <a:pt x="1799529" y="489560"/>
                    <a:pt x="1948837" y="638868"/>
                    <a:pt x="2135212" y="717698"/>
                  </a:cubicBezTo>
                  <a:lnTo>
                    <a:pt x="2162174" y="726067"/>
                  </a:lnTo>
                  <a:lnTo>
                    <a:pt x="2162174" y="726067"/>
                  </a:lnTo>
                  <a:lnTo>
                    <a:pt x="2281422" y="763084"/>
                  </a:lnTo>
                  <a:cubicBezTo>
                    <a:pt x="2332127" y="773460"/>
                    <a:pt x="2384627" y="778909"/>
                    <a:pt x="2438400" y="778909"/>
                  </a:cubicBezTo>
                  <a:lnTo>
                    <a:pt x="2438400" y="1053350"/>
                  </a:lnTo>
                  <a:cubicBezTo>
                    <a:pt x="2365681" y="1053350"/>
                    <a:pt x="2294683" y="1045981"/>
                    <a:pt x="2226113" y="1031950"/>
                  </a:cubicBezTo>
                  <a:lnTo>
                    <a:pt x="2162174" y="1015509"/>
                  </a:lnTo>
                  <a:lnTo>
                    <a:pt x="2162174" y="1015509"/>
                  </a:lnTo>
                  <a:lnTo>
                    <a:pt x="2125165" y="1005993"/>
                  </a:lnTo>
                  <a:cubicBezTo>
                    <a:pt x="1795329" y="903404"/>
                    <a:pt x="1534993" y="643068"/>
                    <a:pt x="1432404" y="313232"/>
                  </a:cubicBezTo>
                  <a:lnTo>
                    <a:pt x="1422888" y="276225"/>
                  </a:lnTo>
                  <a:lnTo>
                    <a:pt x="1422889" y="276225"/>
                  </a:lnTo>
                  <a:lnTo>
                    <a:pt x="1406448" y="212284"/>
                  </a:lnTo>
                  <a:cubicBezTo>
                    <a:pt x="1399433" y="177999"/>
                    <a:pt x="1394082" y="143107"/>
                    <a:pt x="1390486" y="107696"/>
                  </a:cubicBezTo>
                  <a:close/>
                  <a:moveTo>
                    <a:pt x="0" y="0"/>
                  </a:moveTo>
                  <a:lnTo>
                    <a:pt x="1385047" y="0"/>
                  </a:lnTo>
                  <a:lnTo>
                    <a:pt x="1390485" y="107696"/>
                  </a:lnTo>
                  <a:cubicBezTo>
                    <a:pt x="1394081" y="143107"/>
                    <a:pt x="1399432" y="177999"/>
                    <a:pt x="1406447" y="212284"/>
                  </a:cubicBezTo>
                  <a:lnTo>
                    <a:pt x="1422888" y="276225"/>
                  </a:lnTo>
                  <a:lnTo>
                    <a:pt x="0" y="276225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208781D9-4ED5-9AA2-5F5E-091E56A2E925}"/>
                </a:ext>
              </a:extLst>
            </p:cNvPr>
            <p:cNvSpPr/>
            <p:nvPr/>
          </p:nvSpPr>
          <p:spPr>
            <a:xfrm rot="5400000">
              <a:off x="7315200" y="2438400"/>
              <a:ext cx="2438400" cy="2438401"/>
            </a:xfrm>
            <a:custGeom>
              <a:avLst/>
              <a:gdLst>
                <a:gd name="csX0" fmla="*/ 2162174 w 2438400"/>
                <a:gd name="csY0" fmla="*/ 1015509 h 2438401"/>
                <a:gd name="csX1" fmla="*/ 2226113 w 2438400"/>
                <a:gd name="csY1" fmla="*/ 1031950 h 2438401"/>
                <a:gd name="csX2" fmla="*/ 2438400 w 2438400"/>
                <a:gd name="csY2" fmla="*/ 1053350 h 2438401"/>
                <a:gd name="csX3" fmla="*/ 2438400 w 2438400"/>
                <a:gd name="csY3" fmla="*/ 2438401 h 2438401"/>
                <a:gd name="csX4" fmla="*/ 2162174 w 2438400"/>
                <a:gd name="csY4" fmla="*/ 2438401 h 2438401"/>
                <a:gd name="csX5" fmla="*/ 1385048 w 2438400"/>
                <a:gd name="csY5" fmla="*/ 0 h 2438401"/>
                <a:gd name="csX6" fmla="*/ 1659489 w 2438400"/>
                <a:gd name="csY6" fmla="*/ 0 h 2438401"/>
                <a:gd name="csX7" fmla="*/ 1663510 w 2438400"/>
                <a:gd name="csY7" fmla="*/ 79636 h 2438401"/>
                <a:gd name="csX8" fmla="*/ 1675314 w 2438400"/>
                <a:gd name="csY8" fmla="*/ 156975 h 2438401"/>
                <a:gd name="csX9" fmla="*/ 1712331 w 2438400"/>
                <a:gd name="csY9" fmla="*/ 276225 h 2438401"/>
                <a:gd name="csX10" fmla="*/ 1712330 w 2438400"/>
                <a:gd name="csY10" fmla="*/ 276225 h 2438401"/>
                <a:gd name="csX11" fmla="*/ 1720699 w 2438400"/>
                <a:gd name="csY11" fmla="*/ 303185 h 2438401"/>
                <a:gd name="csX12" fmla="*/ 2135212 w 2438400"/>
                <a:gd name="csY12" fmla="*/ 717698 h 2438401"/>
                <a:gd name="csX13" fmla="*/ 2162174 w 2438400"/>
                <a:gd name="csY13" fmla="*/ 726067 h 2438401"/>
                <a:gd name="csX14" fmla="*/ 2162174 w 2438400"/>
                <a:gd name="csY14" fmla="*/ 726067 h 2438401"/>
                <a:gd name="csX15" fmla="*/ 2281422 w 2438400"/>
                <a:gd name="csY15" fmla="*/ 763084 h 2438401"/>
                <a:gd name="csX16" fmla="*/ 2438400 w 2438400"/>
                <a:gd name="csY16" fmla="*/ 778909 h 2438401"/>
                <a:gd name="csX17" fmla="*/ 2438400 w 2438400"/>
                <a:gd name="csY17" fmla="*/ 1053350 h 2438401"/>
                <a:gd name="csX18" fmla="*/ 2226113 w 2438400"/>
                <a:gd name="csY18" fmla="*/ 1031950 h 2438401"/>
                <a:gd name="csX19" fmla="*/ 2162174 w 2438400"/>
                <a:gd name="csY19" fmla="*/ 1015509 h 2438401"/>
                <a:gd name="csX20" fmla="*/ 2162174 w 2438400"/>
                <a:gd name="csY20" fmla="*/ 1015509 h 2438401"/>
                <a:gd name="csX21" fmla="*/ 2125165 w 2438400"/>
                <a:gd name="csY21" fmla="*/ 1005993 h 2438401"/>
                <a:gd name="csX22" fmla="*/ 1432404 w 2438400"/>
                <a:gd name="csY22" fmla="*/ 313232 h 2438401"/>
                <a:gd name="csX23" fmla="*/ 1422888 w 2438400"/>
                <a:gd name="csY23" fmla="*/ 276225 h 2438401"/>
                <a:gd name="csX24" fmla="*/ 1422889 w 2438400"/>
                <a:gd name="csY24" fmla="*/ 276225 h 2438401"/>
                <a:gd name="csX25" fmla="*/ 1406448 w 2438400"/>
                <a:gd name="csY25" fmla="*/ 212284 h 2438401"/>
                <a:gd name="csX26" fmla="*/ 1390486 w 2438400"/>
                <a:gd name="csY26" fmla="*/ 107696 h 2438401"/>
                <a:gd name="csX27" fmla="*/ 0 w 2438400"/>
                <a:gd name="csY27" fmla="*/ 0 h 2438401"/>
                <a:gd name="csX28" fmla="*/ 1385047 w 2438400"/>
                <a:gd name="csY28" fmla="*/ 0 h 2438401"/>
                <a:gd name="csX29" fmla="*/ 1390485 w 2438400"/>
                <a:gd name="csY29" fmla="*/ 107696 h 2438401"/>
                <a:gd name="csX30" fmla="*/ 1406447 w 2438400"/>
                <a:gd name="csY30" fmla="*/ 212284 h 2438401"/>
                <a:gd name="csX31" fmla="*/ 1422888 w 2438400"/>
                <a:gd name="csY31" fmla="*/ 276225 h 2438401"/>
                <a:gd name="csX32" fmla="*/ 0 w 2438400"/>
                <a:gd name="csY32" fmla="*/ 276225 h 2438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2438400" h="2438401">
                  <a:moveTo>
                    <a:pt x="2162174" y="1015509"/>
                  </a:moveTo>
                  <a:lnTo>
                    <a:pt x="2226113" y="1031950"/>
                  </a:lnTo>
                  <a:cubicBezTo>
                    <a:pt x="2294683" y="1045981"/>
                    <a:pt x="2365681" y="1053350"/>
                    <a:pt x="2438400" y="1053350"/>
                  </a:cubicBezTo>
                  <a:lnTo>
                    <a:pt x="2438400" y="2438401"/>
                  </a:lnTo>
                  <a:lnTo>
                    <a:pt x="2162174" y="2438401"/>
                  </a:lnTo>
                  <a:close/>
                  <a:moveTo>
                    <a:pt x="1385048" y="0"/>
                  </a:moveTo>
                  <a:lnTo>
                    <a:pt x="1659489" y="0"/>
                  </a:lnTo>
                  <a:lnTo>
                    <a:pt x="1663510" y="79636"/>
                  </a:lnTo>
                  <a:cubicBezTo>
                    <a:pt x="1666170" y="105821"/>
                    <a:pt x="1670126" y="131622"/>
                    <a:pt x="1675314" y="156975"/>
                  </a:cubicBezTo>
                  <a:lnTo>
                    <a:pt x="1712331" y="276225"/>
                  </a:lnTo>
                  <a:lnTo>
                    <a:pt x="1712330" y="276225"/>
                  </a:lnTo>
                  <a:lnTo>
                    <a:pt x="1720699" y="303185"/>
                  </a:lnTo>
                  <a:cubicBezTo>
                    <a:pt x="1799529" y="489560"/>
                    <a:pt x="1948837" y="638868"/>
                    <a:pt x="2135212" y="717698"/>
                  </a:cubicBezTo>
                  <a:lnTo>
                    <a:pt x="2162174" y="726067"/>
                  </a:lnTo>
                  <a:lnTo>
                    <a:pt x="2162174" y="726067"/>
                  </a:lnTo>
                  <a:lnTo>
                    <a:pt x="2281422" y="763084"/>
                  </a:lnTo>
                  <a:cubicBezTo>
                    <a:pt x="2332127" y="773460"/>
                    <a:pt x="2384627" y="778909"/>
                    <a:pt x="2438400" y="778909"/>
                  </a:cubicBezTo>
                  <a:lnTo>
                    <a:pt x="2438400" y="1053350"/>
                  </a:lnTo>
                  <a:cubicBezTo>
                    <a:pt x="2365681" y="1053350"/>
                    <a:pt x="2294683" y="1045981"/>
                    <a:pt x="2226113" y="1031950"/>
                  </a:cubicBezTo>
                  <a:lnTo>
                    <a:pt x="2162174" y="1015509"/>
                  </a:lnTo>
                  <a:lnTo>
                    <a:pt x="2162174" y="1015509"/>
                  </a:lnTo>
                  <a:lnTo>
                    <a:pt x="2125165" y="1005993"/>
                  </a:lnTo>
                  <a:cubicBezTo>
                    <a:pt x="1795329" y="903404"/>
                    <a:pt x="1534993" y="643068"/>
                    <a:pt x="1432404" y="313232"/>
                  </a:cubicBezTo>
                  <a:lnTo>
                    <a:pt x="1422888" y="276225"/>
                  </a:lnTo>
                  <a:lnTo>
                    <a:pt x="1422889" y="276225"/>
                  </a:lnTo>
                  <a:lnTo>
                    <a:pt x="1406448" y="212284"/>
                  </a:lnTo>
                  <a:cubicBezTo>
                    <a:pt x="1399433" y="177999"/>
                    <a:pt x="1394082" y="143107"/>
                    <a:pt x="1390486" y="107696"/>
                  </a:cubicBezTo>
                  <a:close/>
                  <a:moveTo>
                    <a:pt x="0" y="0"/>
                  </a:moveTo>
                  <a:lnTo>
                    <a:pt x="1385047" y="0"/>
                  </a:lnTo>
                  <a:lnTo>
                    <a:pt x="1390485" y="107696"/>
                  </a:lnTo>
                  <a:cubicBezTo>
                    <a:pt x="1394081" y="143107"/>
                    <a:pt x="1399432" y="177999"/>
                    <a:pt x="1406447" y="212284"/>
                  </a:cubicBezTo>
                  <a:lnTo>
                    <a:pt x="1422888" y="276225"/>
                  </a:lnTo>
                  <a:lnTo>
                    <a:pt x="0" y="276225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B9A6CB8D-0753-19D5-EDEE-2A5B0582CD33}"/>
                </a:ext>
              </a:extLst>
            </p:cNvPr>
            <p:cNvSpPr/>
            <p:nvPr/>
          </p:nvSpPr>
          <p:spPr>
            <a:xfrm rot="10800000">
              <a:off x="4876800" y="2438399"/>
              <a:ext cx="2438400" cy="2438401"/>
            </a:xfrm>
            <a:custGeom>
              <a:avLst/>
              <a:gdLst>
                <a:gd name="csX0" fmla="*/ 2162174 w 2438400"/>
                <a:gd name="csY0" fmla="*/ 1015509 h 2438401"/>
                <a:gd name="csX1" fmla="*/ 2226113 w 2438400"/>
                <a:gd name="csY1" fmla="*/ 1031950 h 2438401"/>
                <a:gd name="csX2" fmla="*/ 2438400 w 2438400"/>
                <a:gd name="csY2" fmla="*/ 1053350 h 2438401"/>
                <a:gd name="csX3" fmla="*/ 2438400 w 2438400"/>
                <a:gd name="csY3" fmla="*/ 2438401 h 2438401"/>
                <a:gd name="csX4" fmla="*/ 2162174 w 2438400"/>
                <a:gd name="csY4" fmla="*/ 2438401 h 2438401"/>
                <a:gd name="csX5" fmla="*/ 1385048 w 2438400"/>
                <a:gd name="csY5" fmla="*/ 0 h 2438401"/>
                <a:gd name="csX6" fmla="*/ 1659489 w 2438400"/>
                <a:gd name="csY6" fmla="*/ 0 h 2438401"/>
                <a:gd name="csX7" fmla="*/ 1663510 w 2438400"/>
                <a:gd name="csY7" fmla="*/ 79636 h 2438401"/>
                <a:gd name="csX8" fmla="*/ 1675314 w 2438400"/>
                <a:gd name="csY8" fmla="*/ 156975 h 2438401"/>
                <a:gd name="csX9" fmla="*/ 1712331 w 2438400"/>
                <a:gd name="csY9" fmla="*/ 276225 h 2438401"/>
                <a:gd name="csX10" fmla="*/ 1712330 w 2438400"/>
                <a:gd name="csY10" fmla="*/ 276225 h 2438401"/>
                <a:gd name="csX11" fmla="*/ 1720699 w 2438400"/>
                <a:gd name="csY11" fmla="*/ 303185 h 2438401"/>
                <a:gd name="csX12" fmla="*/ 2135212 w 2438400"/>
                <a:gd name="csY12" fmla="*/ 717698 h 2438401"/>
                <a:gd name="csX13" fmla="*/ 2162174 w 2438400"/>
                <a:gd name="csY13" fmla="*/ 726067 h 2438401"/>
                <a:gd name="csX14" fmla="*/ 2162174 w 2438400"/>
                <a:gd name="csY14" fmla="*/ 726067 h 2438401"/>
                <a:gd name="csX15" fmla="*/ 2281422 w 2438400"/>
                <a:gd name="csY15" fmla="*/ 763084 h 2438401"/>
                <a:gd name="csX16" fmla="*/ 2438400 w 2438400"/>
                <a:gd name="csY16" fmla="*/ 778909 h 2438401"/>
                <a:gd name="csX17" fmla="*/ 2438400 w 2438400"/>
                <a:gd name="csY17" fmla="*/ 1053350 h 2438401"/>
                <a:gd name="csX18" fmla="*/ 2226113 w 2438400"/>
                <a:gd name="csY18" fmla="*/ 1031950 h 2438401"/>
                <a:gd name="csX19" fmla="*/ 2162174 w 2438400"/>
                <a:gd name="csY19" fmla="*/ 1015509 h 2438401"/>
                <a:gd name="csX20" fmla="*/ 2162174 w 2438400"/>
                <a:gd name="csY20" fmla="*/ 1015509 h 2438401"/>
                <a:gd name="csX21" fmla="*/ 2125165 w 2438400"/>
                <a:gd name="csY21" fmla="*/ 1005993 h 2438401"/>
                <a:gd name="csX22" fmla="*/ 1432404 w 2438400"/>
                <a:gd name="csY22" fmla="*/ 313232 h 2438401"/>
                <a:gd name="csX23" fmla="*/ 1422888 w 2438400"/>
                <a:gd name="csY23" fmla="*/ 276225 h 2438401"/>
                <a:gd name="csX24" fmla="*/ 1422889 w 2438400"/>
                <a:gd name="csY24" fmla="*/ 276225 h 2438401"/>
                <a:gd name="csX25" fmla="*/ 1406448 w 2438400"/>
                <a:gd name="csY25" fmla="*/ 212284 h 2438401"/>
                <a:gd name="csX26" fmla="*/ 1390486 w 2438400"/>
                <a:gd name="csY26" fmla="*/ 107696 h 2438401"/>
                <a:gd name="csX27" fmla="*/ 0 w 2438400"/>
                <a:gd name="csY27" fmla="*/ 0 h 2438401"/>
                <a:gd name="csX28" fmla="*/ 1385047 w 2438400"/>
                <a:gd name="csY28" fmla="*/ 0 h 2438401"/>
                <a:gd name="csX29" fmla="*/ 1390485 w 2438400"/>
                <a:gd name="csY29" fmla="*/ 107696 h 2438401"/>
                <a:gd name="csX30" fmla="*/ 1406447 w 2438400"/>
                <a:gd name="csY30" fmla="*/ 212284 h 2438401"/>
                <a:gd name="csX31" fmla="*/ 1422888 w 2438400"/>
                <a:gd name="csY31" fmla="*/ 276225 h 2438401"/>
                <a:gd name="csX32" fmla="*/ 0 w 2438400"/>
                <a:gd name="csY32" fmla="*/ 276225 h 2438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2438400" h="2438401">
                  <a:moveTo>
                    <a:pt x="2162174" y="1015509"/>
                  </a:moveTo>
                  <a:lnTo>
                    <a:pt x="2226113" y="1031950"/>
                  </a:lnTo>
                  <a:cubicBezTo>
                    <a:pt x="2294683" y="1045981"/>
                    <a:pt x="2365681" y="1053350"/>
                    <a:pt x="2438400" y="1053350"/>
                  </a:cubicBezTo>
                  <a:lnTo>
                    <a:pt x="2438400" y="2438401"/>
                  </a:lnTo>
                  <a:lnTo>
                    <a:pt x="2162174" y="2438401"/>
                  </a:lnTo>
                  <a:close/>
                  <a:moveTo>
                    <a:pt x="1385048" y="0"/>
                  </a:moveTo>
                  <a:lnTo>
                    <a:pt x="1659489" y="0"/>
                  </a:lnTo>
                  <a:lnTo>
                    <a:pt x="1663510" y="79636"/>
                  </a:lnTo>
                  <a:cubicBezTo>
                    <a:pt x="1666170" y="105821"/>
                    <a:pt x="1670126" y="131622"/>
                    <a:pt x="1675314" y="156975"/>
                  </a:cubicBezTo>
                  <a:lnTo>
                    <a:pt x="1712331" y="276225"/>
                  </a:lnTo>
                  <a:lnTo>
                    <a:pt x="1712330" y="276225"/>
                  </a:lnTo>
                  <a:lnTo>
                    <a:pt x="1720699" y="303185"/>
                  </a:lnTo>
                  <a:cubicBezTo>
                    <a:pt x="1799529" y="489560"/>
                    <a:pt x="1948837" y="638868"/>
                    <a:pt x="2135212" y="717698"/>
                  </a:cubicBezTo>
                  <a:lnTo>
                    <a:pt x="2162174" y="726067"/>
                  </a:lnTo>
                  <a:lnTo>
                    <a:pt x="2162174" y="726067"/>
                  </a:lnTo>
                  <a:lnTo>
                    <a:pt x="2281422" y="763084"/>
                  </a:lnTo>
                  <a:cubicBezTo>
                    <a:pt x="2332127" y="773460"/>
                    <a:pt x="2384627" y="778909"/>
                    <a:pt x="2438400" y="778909"/>
                  </a:cubicBezTo>
                  <a:lnTo>
                    <a:pt x="2438400" y="1053350"/>
                  </a:lnTo>
                  <a:cubicBezTo>
                    <a:pt x="2365681" y="1053350"/>
                    <a:pt x="2294683" y="1045981"/>
                    <a:pt x="2226113" y="1031950"/>
                  </a:cubicBezTo>
                  <a:lnTo>
                    <a:pt x="2162174" y="1015509"/>
                  </a:lnTo>
                  <a:lnTo>
                    <a:pt x="2162174" y="1015509"/>
                  </a:lnTo>
                  <a:lnTo>
                    <a:pt x="2125165" y="1005993"/>
                  </a:lnTo>
                  <a:cubicBezTo>
                    <a:pt x="1795329" y="903404"/>
                    <a:pt x="1534993" y="643068"/>
                    <a:pt x="1432404" y="313232"/>
                  </a:cubicBezTo>
                  <a:lnTo>
                    <a:pt x="1422888" y="276225"/>
                  </a:lnTo>
                  <a:lnTo>
                    <a:pt x="1422889" y="276225"/>
                  </a:lnTo>
                  <a:lnTo>
                    <a:pt x="1406448" y="212284"/>
                  </a:lnTo>
                  <a:cubicBezTo>
                    <a:pt x="1399433" y="177999"/>
                    <a:pt x="1394082" y="143107"/>
                    <a:pt x="1390486" y="107696"/>
                  </a:cubicBezTo>
                  <a:close/>
                  <a:moveTo>
                    <a:pt x="0" y="0"/>
                  </a:moveTo>
                  <a:lnTo>
                    <a:pt x="1385047" y="0"/>
                  </a:lnTo>
                  <a:lnTo>
                    <a:pt x="1390485" y="107696"/>
                  </a:lnTo>
                  <a:cubicBezTo>
                    <a:pt x="1394081" y="143107"/>
                    <a:pt x="1399432" y="177999"/>
                    <a:pt x="1406447" y="212284"/>
                  </a:cubicBezTo>
                  <a:lnTo>
                    <a:pt x="1422888" y="276225"/>
                  </a:lnTo>
                  <a:lnTo>
                    <a:pt x="0" y="276225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B9257E55-990A-DF82-E3A6-521F2B7E0371}"/>
                </a:ext>
              </a:extLst>
            </p:cNvPr>
            <p:cNvSpPr/>
            <p:nvPr/>
          </p:nvSpPr>
          <p:spPr>
            <a:xfrm rot="16200000">
              <a:off x="4876800" y="0"/>
              <a:ext cx="2438400" cy="2438401"/>
            </a:xfrm>
            <a:custGeom>
              <a:avLst/>
              <a:gdLst>
                <a:gd name="csX0" fmla="*/ 2162174 w 2438400"/>
                <a:gd name="csY0" fmla="*/ 1015509 h 2438401"/>
                <a:gd name="csX1" fmla="*/ 2226113 w 2438400"/>
                <a:gd name="csY1" fmla="*/ 1031950 h 2438401"/>
                <a:gd name="csX2" fmla="*/ 2438400 w 2438400"/>
                <a:gd name="csY2" fmla="*/ 1053350 h 2438401"/>
                <a:gd name="csX3" fmla="*/ 2438400 w 2438400"/>
                <a:gd name="csY3" fmla="*/ 2438401 h 2438401"/>
                <a:gd name="csX4" fmla="*/ 2162174 w 2438400"/>
                <a:gd name="csY4" fmla="*/ 2438401 h 2438401"/>
                <a:gd name="csX5" fmla="*/ 1385048 w 2438400"/>
                <a:gd name="csY5" fmla="*/ 0 h 2438401"/>
                <a:gd name="csX6" fmla="*/ 1659489 w 2438400"/>
                <a:gd name="csY6" fmla="*/ 0 h 2438401"/>
                <a:gd name="csX7" fmla="*/ 1663510 w 2438400"/>
                <a:gd name="csY7" fmla="*/ 79636 h 2438401"/>
                <a:gd name="csX8" fmla="*/ 1675314 w 2438400"/>
                <a:gd name="csY8" fmla="*/ 156975 h 2438401"/>
                <a:gd name="csX9" fmla="*/ 1712331 w 2438400"/>
                <a:gd name="csY9" fmla="*/ 276225 h 2438401"/>
                <a:gd name="csX10" fmla="*/ 1712330 w 2438400"/>
                <a:gd name="csY10" fmla="*/ 276225 h 2438401"/>
                <a:gd name="csX11" fmla="*/ 1720699 w 2438400"/>
                <a:gd name="csY11" fmla="*/ 303185 h 2438401"/>
                <a:gd name="csX12" fmla="*/ 2135212 w 2438400"/>
                <a:gd name="csY12" fmla="*/ 717698 h 2438401"/>
                <a:gd name="csX13" fmla="*/ 2162174 w 2438400"/>
                <a:gd name="csY13" fmla="*/ 726067 h 2438401"/>
                <a:gd name="csX14" fmla="*/ 2162174 w 2438400"/>
                <a:gd name="csY14" fmla="*/ 726067 h 2438401"/>
                <a:gd name="csX15" fmla="*/ 2281422 w 2438400"/>
                <a:gd name="csY15" fmla="*/ 763084 h 2438401"/>
                <a:gd name="csX16" fmla="*/ 2438400 w 2438400"/>
                <a:gd name="csY16" fmla="*/ 778909 h 2438401"/>
                <a:gd name="csX17" fmla="*/ 2438400 w 2438400"/>
                <a:gd name="csY17" fmla="*/ 1053350 h 2438401"/>
                <a:gd name="csX18" fmla="*/ 2226113 w 2438400"/>
                <a:gd name="csY18" fmla="*/ 1031950 h 2438401"/>
                <a:gd name="csX19" fmla="*/ 2162174 w 2438400"/>
                <a:gd name="csY19" fmla="*/ 1015509 h 2438401"/>
                <a:gd name="csX20" fmla="*/ 2162174 w 2438400"/>
                <a:gd name="csY20" fmla="*/ 1015509 h 2438401"/>
                <a:gd name="csX21" fmla="*/ 2125165 w 2438400"/>
                <a:gd name="csY21" fmla="*/ 1005993 h 2438401"/>
                <a:gd name="csX22" fmla="*/ 1432404 w 2438400"/>
                <a:gd name="csY22" fmla="*/ 313232 h 2438401"/>
                <a:gd name="csX23" fmla="*/ 1422888 w 2438400"/>
                <a:gd name="csY23" fmla="*/ 276225 h 2438401"/>
                <a:gd name="csX24" fmla="*/ 1422889 w 2438400"/>
                <a:gd name="csY24" fmla="*/ 276225 h 2438401"/>
                <a:gd name="csX25" fmla="*/ 1406448 w 2438400"/>
                <a:gd name="csY25" fmla="*/ 212284 h 2438401"/>
                <a:gd name="csX26" fmla="*/ 1390486 w 2438400"/>
                <a:gd name="csY26" fmla="*/ 107696 h 2438401"/>
                <a:gd name="csX27" fmla="*/ 0 w 2438400"/>
                <a:gd name="csY27" fmla="*/ 0 h 2438401"/>
                <a:gd name="csX28" fmla="*/ 1385047 w 2438400"/>
                <a:gd name="csY28" fmla="*/ 0 h 2438401"/>
                <a:gd name="csX29" fmla="*/ 1390485 w 2438400"/>
                <a:gd name="csY29" fmla="*/ 107696 h 2438401"/>
                <a:gd name="csX30" fmla="*/ 1406447 w 2438400"/>
                <a:gd name="csY30" fmla="*/ 212284 h 2438401"/>
                <a:gd name="csX31" fmla="*/ 1422888 w 2438400"/>
                <a:gd name="csY31" fmla="*/ 276225 h 2438401"/>
                <a:gd name="csX32" fmla="*/ 0 w 2438400"/>
                <a:gd name="csY32" fmla="*/ 276225 h 2438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2438400" h="2438401">
                  <a:moveTo>
                    <a:pt x="2162174" y="1015509"/>
                  </a:moveTo>
                  <a:lnTo>
                    <a:pt x="2226113" y="1031950"/>
                  </a:lnTo>
                  <a:cubicBezTo>
                    <a:pt x="2294683" y="1045981"/>
                    <a:pt x="2365681" y="1053350"/>
                    <a:pt x="2438400" y="1053350"/>
                  </a:cubicBezTo>
                  <a:lnTo>
                    <a:pt x="2438400" y="2438401"/>
                  </a:lnTo>
                  <a:lnTo>
                    <a:pt x="2162174" y="2438401"/>
                  </a:lnTo>
                  <a:close/>
                  <a:moveTo>
                    <a:pt x="1385048" y="0"/>
                  </a:moveTo>
                  <a:lnTo>
                    <a:pt x="1659489" y="0"/>
                  </a:lnTo>
                  <a:lnTo>
                    <a:pt x="1663510" y="79636"/>
                  </a:lnTo>
                  <a:cubicBezTo>
                    <a:pt x="1666170" y="105821"/>
                    <a:pt x="1670126" y="131622"/>
                    <a:pt x="1675314" y="156975"/>
                  </a:cubicBezTo>
                  <a:lnTo>
                    <a:pt x="1712331" y="276225"/>
                  </a:lnTo>
                  <a:lnTo>
                    <a:pt x="1712330" y="276225"/>
                  </a:lnTo>
                  <a:lnTo>
                    <a:pt x="1720699" y="303185"/>
                  </a:lnTo>
                  <a:cubicBezTo>
                    <a:pt x="1799529" y="489560"/>
                    <a:pt x="1948837" y="638868"/>
                    <a:pt x="2135212" y="717698"/>
                  </a:cubicBezTo>
                  <a:lnTo>
                    <a:pt x="2162174" y="726067"/>
                  </a:lnTo>
                  <a:lnTo>
                    <a:pt x="2162174" y="726067"/>
                  </a:lnTo>
                  <a:lnTo>
                    <a:pt x="2281422" y="763084"/>
                  </a:lnTo>
                  <a:cubicBezTo>
                    <a:pt x="2332127" y="773460"/>
                    <a:pt x="2384627" y="778909"/>
                    <a:pt x="2438400" y="778909"/>
                  </a:cubicBezTo>
                  <a:lnTo>
                    <a:pt x="2438400" y="1053350"/>
                  </a:lnTo>
                  <a:cubicBezTo>
                    <a:pt x="2365681" y="1053350"/>
                    <a:pt x="2294683" y="1045981"/>
                    <a:pt x="2226113" y="1031950"/>
                  </a:cubicBezTo>
                  <a:lnTo>
                    <a:pt x="2162174" y="1015509"/>
                  </a:lnTo>
                  <a:lnTo>
                    <a:pt x="2162174" y="1015509"/>
                  </a:lnTo>
                  <a:lnTo>
                    <a:pt x="2125165" y="1005993"/>
                  </a:lnTo>
                  <a:cubicBezTo>
                    <a:pt x="1795329" y="903404"/>
                    <a:pt x="1534993" y="643068"/>
                    <a:pt x="1432404" y="313232"/>
                  </a:cubicBezTo>
                  <a:lnTo>
                    <a:pt x="1422888" y="276225"/>
                  </a:lnTo>
                  <a:lnTo>
                    <a:pt x="1422889" y="276225"/>
                  </a:lnTo>
                  <a:lnTo>
                    <a:pt x="1406448" y="212284"/>
                  </a:lnTo>
                  <a:cubicBezTo>
                    <a:pt x="1399433" y="177999"/>
                    <a:pt x="1394082" y="143107"/>
                    <a:pt x="1390486" y="107696"/>
                  </a:cubicBezTo>
                  <a:close/>
                  <a:moveTo>
                    <a:pt x="0" y="0"/>
                  </a:moveTo>
                  <a:lnTo>
                    <a:pt x="1385047" y="0"/>
                  </a:lnTo>
                  <a:lnTo>
                    <a:pt x="1390485" y="107696"/>
                  </a:lnTo>
                  <a:cubicBezTo>
                    <a:pt x="1394081" y="143107"/>
                    <a:pt x="1399432" y="177999"/>
                    <a:pt x="1406447" y="212284"/>
                  </a:cubicBezTo>
                  <a:lnTo>
                    <a:pt x="1422888" y="276225"/>
                  </a:lnTo>
                  <a:lnTo>
                    <a:pt x="0" y="276225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EDAFC0B2-1987-CD97-9F8E-ECEC13F6C2C3}"/>
              </a:ext>
            </a:extLst>
          </p:cNvPr>
          <p:cNvSpPr/>
          <p:nvPr/>
        </p:nvSpPr>
        <p:spPr>
          <a:xfrm>
            <a:off x="-1" y="4876800"/>
            <a:ext cx="4876800" cy="48768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tx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3F2FFF7-D666-36AC-2E9D-B53E0171ABC9}"/>
              </a:ext>
            </a:extLst>
          </p:cNvPr>
          <p:cNvSpPr/>
          <p:nvPr/>
        </p:nvSpPr>
        <p:spPr>
          <a:xfrm rot="5400000">
            <a:off x="4876799" y="4876800"/>
            <a:ext cx="4876800" cy="48768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tx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4621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ECB3DAF4-8663-AF38-92E2-5294AEDBE13E}"/>
              </a:ext>
            </a:extLst>
          </p:cNvPr>
          <p:cNvGrpSpPr/>
          <p:nvPr/>
        </p:nvGrpSpPr>
        <p:grpSpPr>
          <a:xfrm>
            <a:off x="0" y="0"/>
            <a:ext cx="4876800" cy="4876800"/>
            <a:chOff x="0" y="0"/>
            <a:chExt cx="4876800" cy="4876800"/>
          </a:xfrm>
          <a:solidFill>
            <a:schemeClr val="tx1"/>
          </a:solidFill>
        </p:grpSpPr>
        <p:sp>
          <p:nvSpPr>
            <p:cNvPr id="2" name="Circle: Hollow 1">
              <a:extLst>
                <a:ext uri="{FF2B5EF4-FFF2-40B4-BE49-F238E27FC236}">
                  <a16:creationId xmlns:a16="http://schemas.microsoft.com/office/drawing/2014/main" id="{3DB579B6-D864-88CF-51F1-416DC70268ED}"/>
                </a:ext>
              </a:extLst>
            </p:cNvPr>
            <p:cNvSpPr/>
            <p:nvPr/>
          </p:nvSpPr>
          <p:spPr>
            <a:xfrm>
              <a:off x="0" y="0"/>
              <a:ext cx="4876800" cy="4876800"/>
            </a:xfrm>
            <a:prstGeom prst="donut">
              <a:avLst>
                <a:gd name="adj" fmla="val 4226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55C4B68-6049-ADAA-FF82-2386D47BD36C}"/>
                </a:ext>
              </a:extLst>
            </p:cNvPr>
            <p:cNvGrpSpPr/>
            <p:nvPr/>
          </p:nvGrpSpPr>
          <p:grpSpPr>
            <a:xfrm>
              <a:off x="2263140" y="99060"/>
              <a:ext cx="350520" cy="4635818"/>
              <a:chOff x="2263140" y="99060"/>
              <a:chExt cx="350520" cy="4635818"/>
            </a:xfrm>
            <a:grpFill/>
          </p:grpSpPr>
          <p:sp>
            <p:nvSpPr>
              <p:cNvPr id="4" name="Isosceles Triangle 3">
                <a:extLst>
                  <a:ext uri="{FF2B5EF4-FFF2-40B4-BE49-F238E27FC236}">
                    <a16:creationId xmlns:a16="http://schemas.microsoft.com/office/drawing/2014/main" id="{D578E62F-9CFB-4EA6-E870-F0E56ED9B5A5}"/>
                  </a:ext>
                </a:extLst>
              </p:cNvPr>
              <p:cNvSpPr/>
              <p:nvPr/>
            </p:nvSpPr>
            <p:spPr>
              <a:xfrm rot="10800000">
                <a:off x="2263140" y="99060"/>
                <a:ext cx="350520" cy="563880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" name="Isosceles Triangle 5">
                <a:extLst>
                  <a:ext uri="{FF2B5EF4-FFF2-40B4-BE49-F238E27FC236}">
                    <a16:creationId xmlns:a16="http://schemas.microsoft.com/office/drawing/2014/main" id="{C3EBEBFA-5494-EE1D-2906-092209E8666A}"/>
                  </a:ext>
                </a:extLst>
              </p:cNvPr>
              <p:cNvSpPr/>
              <p:nvPr/>
            </p:nvSpPr>
            <p:spPr>
              <a:xfrm>
                <a:off x="2263140" y="4170998"/>
                <a:ext cx="350520" cy="563880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2CE6833-B5E9-3BA3-AD4E-F2FB81D9621B}"/>
                </a:ext>
              </a:extLst>
            </p:cNvPr>
            <p:cNvGrpSpPr/>
            <p:nvPr/>
          </p:nvGrpSpPr>
          <p:grpSpPr>
            <a:xfrm rot="5400000">
              <a:off x="2257425" y="120491"/>
              <a:ext cx="350520" cy="4635818"/>
              <a:chOff x="2263140" y="99060"/>
              <a:chExt cx="350520" cy="4635818"/>
            </a:xfrm>
            <a:grpFill/>
          </p:grpSpPr>
          <p:sp>
            <p:nvSpPr>
              <p:cNvPr id="9" name="Isosceles Triangle 8">
                <a:extLst>
                  <a:ext uri="{FF2B5EF4-FFF2-40B4-BE49-F238E27FC236}">
                    <a16:creationId xmlns:a16="http://schemas.microsoft.com/office/drawing/2014/main" id="{D8590A39-5DE4-A507-CB6C-CA7B66560203}"/>
                  </a:ext>
                </a:extLst>
              </p:cNvPr>
              <p:cNvSpPr/>
              <p:nvPr/>
            </p:nvSpPr>
            <p:spPr>
              <a:xfrm rot="10800000">
                <a:off x="2263140" y="99060"/>
                <a:ext cx="350520" cy="563880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Isosceles Triangle 9">
                <a:extLst>
                  <a:ext uri="{FF2B5EF4-FFF2-40B4-BE49-F238E27FC236}">
                    <a16:creationId xmlns:a16="http://schemas.microsoft.com/office/drawing/2014/main" id="{6BE82C90-30BC-6498-6346-31062027060A}"/>
                  </a:ext>
                </a:extLst>
              </p:cNvPr>
              <p:cNvSpPr/>
              <p:nvPr/>
            </p:nvSpPr>
            <p:spPr>
              <a:xfrm>
                <a:off x="2263140" y="4170998"/>
                <a:ext cx="350520" cy="563880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30C46B9-4E45-8362-37CE-9B159BE1883C}"/>
              </a:ext>
            </a:extLst>
          </p:cNvPr>
          <p:cNvGrpSpPr/>
          <p:nvPr/>
        </p:nvGrpSpPr>
        <p:grpSpPr>
          <a:xfrm>
            <a:off x="350520" y="356234"/>
            <a:ext cx="4164330" cy="4164330"/>
            <a:chOff x="350520" y="356234"/>
            <a:chExt cx="4164330" cy="4164330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0646903-2B66-61CD-3FBD-50116CD475D4}"/>
                </a:ext>
              </a:extLst>
            </p:cNvPr>
            <p:cNvGrpSpPr/>
            <p:nvPr/>
          </p:nvGrpSpPr>
          <p:grpSpPr>
            <a:xfrm>
              <a:off x="350520" y="356234"/>
              <a:ext cx="4164330" cy="4164330"/>
              <a:chOff x="350520" y="356234"/>
              <a:chExt cx="4164330" cy="4164330"/>
            </a:xfrm>
          </p:grpSpPr>
          <p:sp>
            <p:nvSpPr>
              <p:cNvPr id="12" name="Block Arc 11">
                <a:extLst>
                  <a:ext uri="{FF2B5EF4-FFF2-40B4-BE49-F238E27FC236}">
                    <a16:creationId xmlns:a16="http://schemas.microsoft.com/office/drawing/2014/main" id="{4524292D-52F9-6435-BA2D-146D1B6AB220}"/>
                  </a:ext>
                </a:extLst>
              </p:cNvPr>
              <p:cNvSpPr/>
              <p:nvPr/>
            </p:nvSpPr>
            <p:spPr>
              <a:xfrm>
                <a:off x="350520" y="356234"/>
                <a:ext cx="4164330" cy="4164330"/>
              </a:xfrm>
              <a:prstGeom prst="blockArc">
                <a:avLst>
                  <a:gd name="adj1" fmla="val 16634571"/>
                  <a:gd name="adj2" fmla="val 21206944"/>
                  <a:gd name="adj3" fmla="val 8566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Block Arc 13">
                <a:extLst>
                  <a:ext uri="{FF2B5EF4-FFF2-40B4-BE49-F238E27FC236}">
                    <a16:creationId xmlns:a16="http://schemas.microsoft.com/office/drawing/2014/main" id="{846A3CE5-73E4-855A-82D1-53033294535F}"/>
                  </a:ext>
                </a:extLst>
              </p:cNvPr>
              <p:cNvSpPr/>
              <p:nvPr/>
            </p:nvSpPr>
            <p:spPr>
              <a:xfrm rot="10800000">
                <a:off x="350520" y="356234"/>
                <a:ext cx="4164330" cy="4164330"/>
              </a:xfrm>
              <a:prstGeom prst="blockArc">
                <a:avLst>
                  <a:gd name="adj1" fmla="val 16634571"/>
                  <a:gd name="adj2" fmla="val 21206944"/>
                  <a:gd name="adj3" fmla="val 8566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1C06602-A77C-10CD-70DF-3843BFAE3771}"/>
                </a:ext>
              </a:extLst>
            </p:cNvPr>
            <p:cNvGrpSpPr/>
            <p:nvPr/>
          </p:nvGrpSpPr>
          <p:grpSpPr>
            <a:xfrm rot="5400000">
              <a:off x="350520" y="356234"/>
              <a:ext cx="4164330" cy="4164330"/>
              <a:chOff x="350520" y="356234"/>
              <a:chExt cx="4164330" cy="4164330"/>
            </a:xfrm>
          </p:grpSpPr>
          <p:sp>
            <p:nvSpPr>
              <p:cNvPr id="19" name="Block Arc 18">
                <a:extLst>
                  <a:ext uri="{FF2B5EF4-FFF2-40B4-BE49-F238E27FC236}">
                    <a16:creationId xmlns:a16="http://schemas.microsoft.com/office/drawing/2014/main" id="{0DA38049-DAF9-EF0C-5BE4-1A8BE348C033}"/>
                  </a:ext>
                </a:extLst>
              </p:cNvPr>
              <p:cNvSpPr/>
              <p:nvPr/>
            </p:nvSpPr>
            <p:spPr>
              <a:xfrm>
                <a:off x="350520" y="356234"/>
                <a:ext cx="4164330" cy="4164330"/>
              </a:xfrm>
              <a:prstGeom prst="blockArc">
                <a:avLst>
                  <a:gd name="adj1" fmla="val 16634571"/>
                  <a:gd name="adj2" fmla="val 21206944"/>
                  <a:gd name="adj3" fmla="val 8566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0" name="Block Arc 19">
                <a:extLst>
                  <a:ext uri="{FF2B5EF4-FFF2-40B4-BE49-F238E27FC236}">
                    <a16:creationId xmlns:a16="http://schemas.microsoft.com/office/drawing/2014/main" id="{D6D2499B-D6AE-11C5-6B3D-6903EB8A7F73}"/>
                  </a:ext>
                </a:extLst>
              </p:cNvPr>
              <p:cNvSpPr/>
              <p:nvPr/>
            </p:nvSpPr>
            <p:spPr>
              <a:xfrm rot="10800000">
                <a:off x="350520" y="356234"/>
                <a:ext cx="4164330" cy="4164330"/>
              </a:xfrm>
              <a:prstGeom prst="blockArc">
                <a:avLst>
                  <a:gd name="adj1" fmla="val 16634571"/>
                  <a:gd name="adj2" fmla="val 21206944"/>
                  <a:gd name="adj3" fmla="val 8566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1F939B0-0B2D-3D77-3D37-01B0DA46AD86}"/>
              </a:ext>
            </a:extLst>
          </p:cNvPr>
          <p:cNvGrpSpPr/>
          <p:nvPr/>
        </p:nvGrpSpPr>
        <p:grpSpPr>
          <a:xfrm>
            <a:off x="0" y="4876799"/>
            <a:ext cx="9753600" cy="4876801"/>
            <a:chOff x="0" y="4876799"/>
            <a:chExt cx="9753600" cy="4876801"/>
          </a:xfrm>
        </p:grpSpPr>
        <p:sp>
          <p:nvSpPr>
            <p:cNvPr id="11" name="Frame 10">
              <a:extLst>
                <a:ext uri="{FF2B5EF4-FFF2-40B4-BE49-F238E27FC236}">
                  <a16:creationId xmlns:a16="http://schemas.microsoft.com/office/drawing/2014/main" id="{CE90E667-EC19-2FF5-9EBE-1C96CE421C90}"/>
                </a:ext>
              </a:extLst>
            </p:cNvPr>
            <p:cNvSpPr/>
            <p:nvPr/>
          </p:nvSpPr>
          <p:spPr>
            <a:xfrm rot="2700000">
              <a:off x="3557719" y="6001835"/>
              <a:ext cx="2626730" cy="2626730"/>
            </a:xfrm>
            <a:prstGeom prst="fram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Rectangle: Diagonal Corners Snipped 14">
              <a:extLst>
                <a:ext uri="{FF2B5EF4-FFF2-40B4-BE49-F238E27FC236}">
                  <a16:creationId xmlns:a16="http://schemas.microsoft.com/office/drawing/2014/main" id="{6196D6F6-F456-BDA1-BB9F-124D06B41322}"/>
                </a:ext>
              </a:extLst>
            </p:cNvPr>
            <p:cNvSpPr/>
            <p:nvPr/>
          </p:nvSpPr>
          <p:spPr>
            <a:xfrm>
              <a:off x="218523" y="7139942"/>
              <a:ext cx="3277712" cy="350518"/>
            </a:xfrm>
            <a:prstGeom prst="snip2DiagRect">
              <a:avLst>
                <a:gd name="adj1" fmla="val 50000"/>
                <a:gd name="adj2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Rectangle: Diagonal Corners Snipped 22">
              <a:extLst>
                <a:ext uri="{FF2B5EF4-FFF2-40B4-BE49-F238E27FC236}">
                  <a16:creationId xmlns:a16="http://schemas.microsoft.com/office/drawing/2014/main" id="{2CB364CE-E61E-1FC4-3214-4A97BDD85903}"/>
                </a:ext>
              </a:extLst>
            </p:cNvPr>
            <p:cNvSpPr/>
            <p:nvPr/>
          </p:nvSpPr>
          <p:spPr>
            <a:xfrm>
              <a:off x="6245933" y="7139941"/>
              <a:ext cx="3277712" cy="350518"/>
            </a:xfrm>
            <a:prstGeom prst="snip2DiagRect">
              <a:avLst>
                <a:gd name="adj1" fmla="val 50000"/>
                <a:gd name="adj2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26E95506-1DAE-9784-BCC2-5D5194120768}"/>
                </a:ext>
              </a:extLst>
            </p:cNvPr>
            <p:cNvSpPr/>
            <p:nvPr/>
          </p:nvSpPr>
          <p:spPr>
            <a:xfrm>
              <a:off x="0" y="4876799"/>
              <a:ext cx="9753600" cy="48768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7082256-F48F-C51D-E993-08ADF91B50A1}"/>
              </a:ext>
            </a:extLst>
          </p:cNvPr>
          <p:cNvGrpSpPr/>
          <p:nvPr/>
        </p:nvGrpSpPr>
        <p:grpSpPr>
          <a:xfrm>
            <a:off x="0" y="4876799"/>
            <a:ext cx="9753600" cy="4876801"/>
            <a:chOff x="0" y="4876799"/>
            <a:chExt cx="9753600" cy="4876801"/>
          </a:xfrm>
        </p:grpSpPr>
        <p:sp>
          <p:nvSpPr>
            <p:cNvPr id="3" name="Diamond 2">
              <a:extLst>
                <a:ext uri="{FF2B5EF4-FFF2-40B4-BE49-F238E27FC236}">
                  <a16:creationId xmlns:a16="http://schemas.microsoft.com/office/drawing/2014/main" id="{B9A1BF94-D5F9-D62B-4CAC-FA845689DD70}"/>
                </a:ext>
              </a:extLst>
            </p:cNvPr>
            <p:cNvSpPr/>
            <p:nvPr/>
          </p:nvSpPr>
          <p:spPr>
            <a:xfrm>
              <a:off x="3777390" y="6221506"/>
              <a:ext cx="2187388" cy="2187388"/>
            </a:xfrm>
            <a:prstGeom prst="diamond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3E9D2A3F-1D4E-9A0C-90ED-FA06EC8F067E}"/>
                </a:ext>
              </a:extLst>
            </p:cNvPr>
            <p:cNvSpPr/>
            <p:nvPr/>
          </p:nvSpPr>
          <p:spPr>
            <a:xfrm>
              <a:off x="0" y="4876799"/>
              <a:ext cx="9753600" cy="48768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473907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570295CD-6E8F-523A-2D42-8EB5E5DF6B68}"/>
              </a:ext>
            </a:extLst>
          </p:cNvPr>
          <p:cNvGrpSpPr/>
          <p:nvPr/>
        </p:nvGrpSpPr>
        <p:grpSpPr>
          <a:xfrm>
            <a:off x="0" y="0"/>
            <a:ext cx="9753600" cy="4876800"/>
            <a:chOff x="0" y="0"/>
            <a:chExt cx="9753600" cy="4876800"/>
          </a:xfrm>
        </p:grpSpPr>
        <p:sp>
          <p:nvSpPr>
            <p:cNvPr id="2" name="Trapezoid 1">
              <a:extLst>
                <a:ext uri="{FF2B5EF4-FFF2-40B4-BE49-F238E27FC236}">
                  <a16:creationId xmlns:a16="http://schemas.microsoft.com/office/drawing/2014/main" id="{BA5B2660-B707-7EF6-1331-42E39E415590}"/>
                </a:ext>
              </a:extLst>
            </p:cNvPr>
            <p:cNvSpPr/>
            <p:nvPr/>
          </p:nvSpPr>
          <p:spPr>
            <a:xfrm rot="19800000">
              <a:off x="452303" y="1318254"/>
              <a:ext cx="1783977" cy="230263"/>
            </a:xfrm>
            <a:prstGeom prst="trapezoid">
              <a:avLst>
                <a:gd name="adj" fmla="val 100222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Circle: Hollow 4">
              <a:extLst>
                <a:ext uri="{FF2B5EF4-FFF2-40B4-BE49-F238E27FC236}">
                  <a16:creationId xmlns:a16="http://schemas.microsoft.com/office/drawing/2014/main" id="{7D73830E-B5FC-61C2-2798-15118ADEDB8A}"/>
                </a:ext>
              </a:extLst>
            </p:cNvPr>
            <p:cNvSpPr/>
            <p:nvPr/>
          </p:nvSpPr>
          <p:spPr>
            <a:xfrm>
              <a:off x="0" y="0"/>
              <a:ext cx="2438400" cy="2438400"/>
            </a:xfrm>
            <a:prstGeom prst="donut">
              <a:avLst>
                <a:gd name="adj" fmla="val 422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Circle: Hollow 6">
              <a:extLst>
                <a:ext uri="{FF2B5EF4-FFF2-40B4-BE49-F238E27FC236}">
                  <a16:creationId xmlns:a16="http://schemas.microsoft.com/office/drawing/2014/main" id="{34C15AB7-C98A-CDEC-8084-AFCBD3D3CE39}"/>
                </a:ext>
              </a:extLst>
            </p:cNvPr>
            <p:cNvSpPr/>
            <p:nvPr/>
          </p:nvSpPr>
          <p:spPr>
            <a:xfrm>
              <a:off x="2438400" y="0"/>
              <a:ext cx="2438400" cy="2438400"/>
            </a:xfrm>
            <a:prstGeom prst="donut">
              <a:avLst>
                <a:gd name="adj" fmla="val 422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8293A8B6-E341-B674-2BDC-8780872877A1}"/>
                </a:ext>
              </a:extLst>
            </p:cNvPr>
            <p:cNvGrpSpPr/>
            <p:nvPr/>
          </p:nvGrpSpPr>
          <p:grpSpPr>
            <a:xfrm>
              <a:off x="2671482" y="352896"/>
              <a:ext cx="1972236" cy="1732608"/>
              <a:chOff x="5342964" y="775447"/>
              <a:chExt cx="3944471" cy="3465216"/>
            </a:xfrm>
            <a:solidFill>
              <a:schemeClr val="tx1"/>
            </a:solidFill>
          </p:grpSpPr>
          <p:sp>
            <p:nvSpPr>
              <p:cNvPr id="8" name="Plus Sign 7">
                <a:extLst>
                  <a:ext uri="{FF2B5EF4-FFF2-40B4-BE49-F238E27FC236}">
                    <a16:creationId xmlns:a16="http://schemas.microsoft.com/office/drawing/2014/main" id="{17A44CAB-2EF2-FAB6-FAA3-80A097A42B64}"/>
                  </a:ext>
                </a:extLst>
              </p:cNvPr>
              <p:cNvSpPr/>
              <p:nvPr/>
            </p:nvSpPr>
            <p:spPr>
              <a:xfrm>
                <a:off x="5342964" y="775447"/>
                <a:ext cx="2411506" cy="2411506"/>
              </a:xfrm>
              <a:prstGeom prst="mathPlus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Plus Sign 9">
                <a:extLst>
                  <a:ext uri="{FF2B5EF4-FFF2-40B4-BE49-F238E27FC236}">
                    <a16:creationId xmlns:a16="http://schemas.microsoft.com/office/drawing/2014/main" id="{5D3FF9C0-022E-0DCA-BD0D-27C4A91FC43E}"/>
                  </a:ext>
                </a:extLst>
              </p:cNvPr>
              <p:cNvSpPr/>
              <p:nvPr/>
            </p:nvSpPr>
            <p:spPr>
              <a:xfrm>
                <a:off x="6875929" y="1829157"/>
                <a:ext cx="2411506" cy="2411506"/>
              </a:xfrm>
              <a:prstGeom prst="mathPlus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13" name="Circle: Hollow 12">
              <a:extLst>
                <a:ext uri="{FF2B5EF4-FFF2-40B4-BE49-F238E27FC236}">
                  <a16:creationId xmlns:a16="http://schemas.microsoft.com/office/drawing/2014/main" id="{30197A9B-7BEF-3C8A-D377-742C2CA2807D}"/>
                </a:ext>
              </a:extLst>
            </p:cNvPr>
            <p:cNvSpPr/>
            <p:nvPr/>
          </p:nvSpPr>
          <p:spPr>
            <a:xfrm>
              <a:off x="0" y="2438400"/>
              <a:ext cx="2438400" cy="2438400"/>
            </a:xfrm>
            <a:prstGeom prst="donut">
              <a:avLst>
                <a:gd name="adj" fmla="val 422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A265A104-123D-FA15-B04E-967742B77DA0}"/>
                </a:ext>
              </a:extLst>
            </p:cNvPr>
            <p:cNvGrpSpPr/>
            <p:nvPr/>
          </p:nvGrpSpPr>
          <p:grpSpPr>
            <a:xfrm rot="16200000">
              <a:off x="363521" y="3097306"/>
              <a:ext cx="1711359" cy="1120588"/>
              <a:chOff x="715375" y="6647329"/>
              <a:chExt cx="3422717" cy="1353671"/>
            </a:xfrm>
            <a:solidFill>
              <a:schemeClr val="tx1"/>
            </a:solidFill>
          </p:grpSpPr>
          <p:sp>
            <p:nvSpPr>
              <p:cNvPr id="14" name="Arrow: Chevron 13">
                <a:extLst>
                  <a:ext uri="{FF2B5EF4-FFF2-40B4-BE49-F238E27FC236}">
                    <a16:creationId xmlns:a16="http://schemas.microsoft.com/office/drawing/2014/main" id="{BD6CA2CF-D48D-9B04-538C-8503D35F0D5C}"/>
                  </a:ext>
                </a:extLst>
              </p:cNvPr>
              <p:cNvSpPr/>
              <p:nvPr/>
            </p:nvSpPr>
            <p:spPr>
              <a:xfrm>
                <a:off x="715375" y="6647329"/>
                <a:ext cx="1353671" cy="1353671"/>
              </a:xfrm>
              <a:prstGeom prst="chevron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Arrow: Chevron 15">
                <a:extLst>
                  <a:ext uri="{FF2B5EF4-FFF2-40B4-BE49-F238E27FC236}">
                    <a16:creationId xmlns:a16="http://schemas.microsoft.com/office/drawing/2014/main" id="{9DE9B53E-C1C1-0D5A-8294-021D22F291E8}"/>
                  </a:ext>
                </a:extLst>
              </p:cNvPr>
              <p:cNvSpPr/>
              <p:nvPr/>
            </p:nvSpPr>
            <p:spPr>
              <a:xfrm>
                <a:off x="1749898" y="6647329"/>
                <a:ext cx="1353671" cy="1353671"/>
              </a:xfrm>
              <a:prstGeom prst="chevron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Arrow: Chevron 17">
                <a:extLst>
                  <a:ext uri="{FF2B5EF4-FFF2-40B4-BE49-F238E27FC236}">
                    <a16:creationId xmlns:a16="http://schemas.microsoft.com/office/drawing/2014/main" id="{D76A47C4-E5B9-6C51-4189-1F0D7C024EEF}"/>
                  </a:ext>
                </a:extLst>
              </p:cNvPr>
              <p:cNvSpPr/>
              <p:nvPr/>
            </p:nvSpPr>
            <p:spPr>
              <a:xfrm>
                <a:off x="2784421" y="6647329"/>
                <a:ext cx="1353671" cy="1353671"/>
              </a:xfrm>
              <a:prstGeom prst="chevron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1" name="Circle: Hollow 20">
              <a:extLst>
                <a:ext uri="{FF2B5EF4-FFF2-40B4-BE49-F238E27FC236}">
                  <a16:creationId xmlns:a16="http://schemas.microsoft.com/office/drawing/2014/main" id="{B611FF25-C3EF-5BD1-ED49-A06DD0BC00F6}"/>
                </a:ext>
              </a:extLst>
            </p:cNvPr>
            <p:cNvSpPr/>
            <p:nvPr/>
          </p:nvSpPr>
          <p:spPr>
            <a:xfrm>
              <a:off x="2432567" y="2438400"/>
              <a:ext cx="2438400" cy="2438400"/>
            </a:xfrm>
            <a:prstGeom prst="donut">
              <a:avLst>
                <a:gd name="adj" fmla="val 422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4A3E1C7C-F655-652D-EE72-60A2C402AA83}"/>
                </a:ext>
              </a:extLst>
            </p:cNvPr>
            <p:cNvGrpSpPr/>
            <p:nvPr/>
          </p:nvGrpSpPr>
          <p:grpSpPr>
            <a:xfrm rot="16200000">
              <a:off x="3060553" y="2838676"/>
              <a:ext cx="1194097" cy="1120588"/>
              <a:chOff x="1749898" y="6647329"/>
              <a:chExt cx="2388194" cy="1353671"/>
            </a:xfrm>
            <a:solidFill>
              <a:schemeClr val="tx1"/>
            </a:solidFill>
          </p:grpSpPr>
          <p:sp>
            <p:nvSpPr>
              <p:cNvPr id="28" name="Arrow: Chevron 27">
                <a:extLst>
                  <a:ext uri="{FF2B5EF4-FFF2-40B4-BE49-F238E27FC236}">
                    <a16:creationId xmlns:a16="http://schemas.microsoft.com/office/drawing/2014/main" id="{61A762FB-B2E8-1CB2-9D7F-A4DFF0B47584}"/>
                  </a:ext>
                </a:extLst>
              </p:cNvPr>
              <p:cNvSpPr/>
              <p:nvPr/>
            </p:nvSpPr>
            <p:spPr>
              <a:xfrm>
                <a:off x="1749898" y="6647329"/>
                <a:ext cx="1353671" cy="1353671"/>
              </a:xfrm>
              <a:prstGeom prst="chevron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9" name="Arrow: Chevron 28">
                <a:extLst>
                  <a:ext uri="{FF2B5EF4-FFF2-40B4-BE49-F238E27FC236}">
                    <a16:creationId xmlns:a16="http://schemas.microsoft.com/office/drawing/2014/main" id="{95EABABF-5AAA-94DA-5F99-F3C97D9AED2F}"/>
                  </a:ext>
                </a:extLst>
              </p:cNvPr>
              <p:cNvSpPr/>
              <p:nvPr/>
            </p:nvSpPr>
            <p:spPr>
              <a:xfrm>
                <a:off x="2784421" y="6647329"/>
                <a:ext cx="1353671" cy="1353671"/>
              </a:xfrm>
              <a:prstGeom prst="chevron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31" name="Block Arc 30">
              <a:extLst>
                <a:ext uri="{FF2B5EF4-FFF2-40B4-BE49-F238E27FC236}">
                  <a16:creationId xmlns:a16="http://schemas.microsoft.com/office/drawing/2014/main" id="{704B9043-83F5-9452-AB18-AEB425CE1388}"/>
                </a:ext>
              </a:extLst>
            </p:cNvPr>
            <p:cNvSpPr/>
            <p:nvPr/>
          </p:nvSpPr>
          <p:spPr>
            <a:xfrm rot="10800000">
              <a:off x="2837330" y="4076054"/>
              <a:ext cx="1640541" cy="321134"/>
            </a:xfrm>
            <a:custGeom>
              <a:avLst/>
              <a:gdLst>
                <a:gd name="csX0" fmla="*/ 0 w 2055600"/>
                <a:gd name="csY0" fmla="*/ 1028573 h 2057146"/>
                <a:gd name="csX1" fmla="*/ 1027800 w 2055600"/>
                <a:gd name="csY1" fmla="*/ 0 h 2057146"/>
                <a:gd name="csX2" fmla="*/ 2055600 w 2055600"/>
                <a:gd name="csY2" fmla="*/ 1028573 h 2057146"/>
                <a:gd name="csX3" fmla="*/ 1541700 w 2055600"/>
                <a:gd name="csY3" fmla="*/ 1028573 h 2057146"/>
                <a:gd name="csX4" fmla="*/ 1027800 w 2055600"/>
                <a:gd name="csY4" fmla="*/ 513900 h 2057146"/>
                <a:gd name="csX5" fmla="*/ 513900 w 2055600"/>
                <a:gd name="csY5" fmla="*/ 1028573 h 2057146"/>
                <a:gd name="csX6" fmla="*/ 0 w 2055600"/>
                <a:gd name="csY6" fmla="*/ 1028573 h 2057146"/>
                <a:gd name="csX0" fmla="*/ 1541700 w 2055600"/>
                <a:gd name="csY0" fmla="*/ 1028573 h 1120013"/>
                <a:gd name="csX1" fmla="*/ 1027800 w 2055600"/>
                <a:gd name="csY1" fmla="*/ 513900 h 1120013"/>
                <a:gd name="csX2" fmla="*/ 513900 w 2055600"/>
                <a:gd name="csY2" fmla="*/ 1028573 h 1120013"/>
                <a:gd name="csX3" fmla="*/ 0 w 2055600"/>
                <a:gd name="csY3" fmla="*/ 1028573 h 1120013"/>
                <a:gd name="csX4" fmla="*/ 1027800 w 2055600"/>
                <a:gd name="csY4" fmla="*/ 0 h 1120013"/>
                <a:gd name="csX5" fmla="*/ 2055600 w 2055600"/>
                <a:gd name="csY5" fmla="*/ 1028573 h 1120013"/>
                <a:gd name="csX6" fmla="*/ 1633140 w 2055600"/>
                <a:gd name="csY6" fmla="*/ 1120013 h 1120013"/>
                <a:gd name="csX0" fmla="*/ 1541700 w 2055600"/>
                <a:gd name="csY0" fmla="*/ 1028573 h 1028573"/>
                <a:gd name="csX1" fmla="*/ 1027800 w 2055600"/>
                <a:gd name="csY1" fmla="*/ 513900 h 1028573"/>
                <a:gd name="csX2" fmla="*/ 513900 w 2055600"/>
                <a:gd name="csY2" fmla="*/ 1028573 h 1028573"/>
                <a:gd name="csX3" fmla="*/ 0 w 2055600"/>
                <a:gd name="csY3" fmla="*/ 1028573 h 1028573"/>
                <a:gd name="csX4" fmla="*/ 1027800 w 2055600"/>
                <a:gd name="csY4" fmla="*/ 0 h 1028573"/>
                <a:gd name="csX5" fmla="*/ 2055600 w 2055600"/>
                <a:gd name="csY5" fmla="*/ 1028573 h 10285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55600" h="1028573">
                  <a:moveTo>
                    <a:pt x="1541700" y="1028573"/>
                  </a:moveTo>
                  <a:cubicBezTo>
                    <a:pt x="1541700" y="744327"/>
                    <a:pt x="1311619" y="513900"/>
                    <a:pt x="1027800" y="513900"/>
                  </a:cubicBezTo>
                  <a:cubicBezTo>
                    <a:pt x="743981" y="513900"/>
                    <a:pt x="513900" y="744327"/>
                    <a:pt x="513900" y="1028573"/>
                  </a:cubicBezTo>
                  <a:lnTo>
                    <a:pt x="0" y="1028573"/>
                  </a:lnTo>
                  <a:cubicBezTo>
                    <a:pt x="0" y="460508"/>
                    <a:pt x="460162" y="0"/>
                    <a:pt x="1027800" y="0"/>
                  </a:cubicBezTo>
                  <a:cubicBezTo>
                    <a:pt x="1595438" y="0"/>
                    <a:pt x="2055600" y="460508"/>
                    <a:pt x="2055600" y="1028573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4" name="Circle: Hollow 33">
              <a:extLst>
                <a:ext uri="{FF2B5EF4-FFF2-40B4-BE49-F238E27FC236}">
                  <a16:creationId xmlns:a16="http://schemas.microsoft.com/office/drawing/2014/main" id="{DCFE62F1-0F69-0E49-30A4-3EC825D3B1D3}"/>
                </a:ext>
              </a:extLst>
            </p:cNvPr>
            <p:cNvSpPr/>
            <p:nvPr/>
          </p:nvSpPr>
          <p:spPr>
            <a:xfrm>
              <a:off x="4882633" y="0"/>
              <a:ext cx="2438400" cy="2438400"/>
            </a:xfrm>
            <a:prstGeom prst="donut">
              <a:avLst>
                <a:gd name="adj" fmla="val 422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Plus Sign 35">
              <a:extLst>
                <a:ext uri="{FF2B5EF4-FFF2-40B4-BE49-F238E27FC236}">
                  <a16:creationId xmlns:a16="http://schemas.microsoft.com/office/drawing/2014/main" id="{4552F5D6-A064-8725-1E13-4311DD53B5A8}"/>
                </a:ext>
              </a:extLst>
            </p:cNvPr>
            <p:cNvSpPr/>
            <p:nvPr/>
          </p:nvSpPr>
          <p:spPr>
            <a:xfrm>
              <a:off x="5109882" y="424468"/>
              <a:ext cx="1205753" cy="1205753"/>
            </a:xfrm>
            <a:prstGeom prst="mathPlus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A7CDC099-2BAE-8217-B5EC-9312CA8BD6D3}"/>
                </a:ext>
              </a:extLst>
            </p:cNvPr>
            <p:cNvGrpSpPr/>
            <p:nvPr/>
          </p:nvGrpSpPr>
          <p:grpSpPr>
            <a:xfrm rot="16200000">
              <a:off x="6125196" y="1090652"/>
              <a:ext cx="835376" cy="783950"/>
              <a:chOff x="1749898" y="6647329"/>
              <a:chExt cx="2388194" cy="1353671"/>
            </a:xfrm>
            <a:solidFill>
              <a:schemeClr val="tx1"/>
            </a:solidFill>
          </p:grpSpPr>
          <p:sp>
            <p:nvSpPr>
              <p:cNvPr id="39" name="Arrow: Chevron 38">
                <a:extLst>
                  <a:ext uri="{FF2B5EF4-FFF2-40B4-BE49-F238E27FC236}">
                    <a16:creationId xmlns:a16="http://schemas.microsoft.com/office/drawing/2014/main" id="{494CE12E-5CEF-E5B4-EC3A-CAACE9009898}"/>
                  </a:ext>
                </a:extLst>
              </p:cNvPr>
              <p:cNvSpPr/>
              <p:nvPr/>
            </p:nvSpPr>
            <p:spPr>
              <a:xfrm>
                <a:off x="1749898" y="6647329"/>
                <a:ext cx="1353671" cy="1353671"/>
              </a:xfrm>
              <a:prstGeom prst="chevron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40" name="Arrow: Chevron 39">
                <a:extLst>
                  <a:ext uri="{FF2B5EF4-FFF2-40B4-BE49-F238E27FC236}">
                    <a16:creationId xmlns:a16="http://schemas.microsoft.com/office/drawing/2014/main" id="{92A355CD-FB89-784A-4E6A-1D8300EEEE50}"/>
                  </a:ext>
                </a:extLst>
              </p:cNvPr>
              <p:cNvSpPr/>
              <p:nvPr/>
            </p:nvSpPr>
            <p:spPr>
              <a:xfrm>
                <a:off x="2784421" y="6647329"/>
                <a:ext cx="1353671" cy="1353671"/>
              </a:xfrm>
              <a:prstGeom prst="chevron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42" name="Circle: Hollow 41">
              <a:extLst>
                <a:ext uri="{FF2B5EF4-FFF2-40B4-BE49-F238E27FC236}">
                  <a16:creationId xmlns:a16="http://schemas.microsoft.com/office/drawing/2014/main" id="{1CF647F1-19AF-0A88-3395-78D7D03AB7FF}"/>
                </a:ext>
              </a:extLst>
            </p:cNvPr>
            <p:cNvSpPr/>
            <p:nvPr/>
          </p:nvSpPr>
          <p:spPr>
            <a:xfrm>
              <a:off x="7315200" y="0"/>
              <a:ext cx="2438400" cy="2438400"/>
            </a:xfrm>
            <a:prstGeom prst="donut">
              <a:avLst>
                <a:gd name="adj" fmla="val 422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7AE127-CFA7-2309-2CEC-6F6B2466E323}"/>
                </a:ext>
              </a:extLst>
            </p:cNvPr>
            <p:cNvGrpSpPr/>
            <p:nvPr/>
          </p:nvGrpSpPr>
          <p:grpSpPr>
            <a:xfrm>
              <a:off x="6016012" y="3395377"/>
              <a:ext cx="891510" cy="1035416"/>
              <a:chOff x="7835273" y="290512"/>
              <a:chExt cx="1404086" cy="1630731"/>
            </a:xfrm>
          </p:grpSpPr>
          <p:sp>
            <p:nvSpPr>
              <p:cNvPr id="43" name="Block Arc 42">
                <a:extLst>
                  <a:ext uri="{FF2B5EF4-FFF2-40B4-BE49-F238E27FC236}">
                    <a16:creationId xmlns:a16="http://schemas.microsoft.com/office/drawing/2014/main" id="{851D78E6-4FEC-EFFB-7FA5-BD7BDC3D6787}"/>
                  </a:ext>
                </a:extLst>
              </p:cNvPr>
              <p:cNvSpPr/>
              <p:nvPr/>
            </p:nvSpPr>
            <p:spPr>
              <a:xfrm rot="5400000">
                <a:off x="7835273" y="517157"/>
                <a:ext cx="1404086" cy="1404086"/>
              </a:xfrm>
              <a:prstGeom prst="blockArc">
                <a:avLst>
                  <a:gd name="adj1" fmla="val 10800000"/>
                  <a:gd name="adj2" fmla="val 8256432"/>
                  <a:gd name="adj3" fmla="val 11660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44" name="Isosceles Triangle 43">
                <a:extLst>
                  <a:ext uri="{FF2B5EF4-FFF2-40B4-BE49-F238E27FC236}">
                    <a16:creationId xmlns:a16="http://schemas.microsoft.com/office/drawing/2014/main" id="{50567D47-39E6-44E2-F15D-EF435FD0821D}"/>
                  </a:ext>
                </a:extLst>
              </p:cNvPr>
              <p:cNvSpPr/>
              <p:nvPr/>
            </p:nvSpPr>
            <p:spPr>
              <a:xfrm>
                <a:off x="8389143" y="853368"/>
                <a:ext cx="290514" cy="365832"/>
              </a:xfrm>
              <a:prstGeom prst="triangl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3D7EB41F-2826-43B4-9A0C-90A1B90E4D06}"/>
                  </a:ext>
                </a:extLst>
              </p:cNvPr>
              <p:cNvSpPr/>
              <p:nvPr/>
            </p:nvSpPr>
            <p:spPr>
              <a:xfrm>
                <a:off x="8292841" y="290512"/>
                <a:ext cx="488950" cy="14871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48" name="Circle: Hollow 47">
              <a:extLst>
                <a:ext uri="{FF2B5EF4-FFF2-40B4-BE49-F238E27FC236}">
                  <a16:creationId xmlns:a16="http://schemas.microsoft.com/office/drawing/2014/main" id="{1227F25A-3D81-CF2A-0D4B-555938EA9764}"/>
                </a:ext>
              </a:extLst>
            </p:cNvPr>
            <p:cNvSpPr/>
            <p:nvPr/>
          </p:nvSpPr>
          <p:spPr>
            <a:xfrm>
              <a:off x="4868051" y="2438400"/>
              <a:ext cx="2438400" cy="2438400"/>
            </a:xfrm>
            <a:prstGeom prst="donut">
              <a:avLst>
                <a:gd name="adj" fmla="val 422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0CF540C5-C63B-1910-5EAF-496DB3547CE8}"/>
                </a:ext>
              </a:extLst>
            </p:cNvPr>
            <p:cNvGrpSpPr/>
            <p:nvPr/>
          </p:nvGrpSpPr>
          <p:grpSpPr>
            <a:xfrm>
              <a:off x="7832357" y="403835"/>
              <a:ext cx="1404086" cy="1630731"/>
              <a:chOff x="7835273" y="290512"/>
              <a:chExt cx="1404086" cy="1630731"/>
            </a:xfrm>
          </p:grpSpPr>
          <p:sp>
            <p:nvSpPr>
              <p:cNvPr id="50" name="Block Arc 49">
                <a:extLst>
                  <a:ext uri="{FF2B5EF4-FFF2-40B4-BE49-F238E27FC236}">
                    <a16:creationId xmlns:a16="http://schemas.microsoft.com/office/drawing/2014/main" id="{F928D6E7-5ED4-0B87-94DF-D2B25AF5AA4E}"/>
                  </a:ext>
                </a:extLst>
              </p:cNvPr>
              <p:cNvSpPr/>
              <p:nvPr/>
            </p:nvSpPr>
            <p:spPr>
              <a:xfrm rot="5400000">
                <a:off x="7835273" y="517157"/>
                <a:ext cx="1404086" cy="1404086"/>
              </a:xfrm>
              <a:prstGeom prst="blockArc">
                <a:avLst>
                  <a:gd name="adj1" fmla="val 10800000"/>
                  <a:gd name="adj2" fmla="val 8256432"/>
                  <a:gd name="adj3" fmla="val 11660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51" name="Isosceles Triangle 50">
                <a:extLst>
                  <a:ext uri="{FF2B5EF4-FFF2-40B4-BE49-F238E27FC236}">
                    <a16:creationId xmlns:a16="http://schemas.microsoft.com/office/drawing/2014/main" id="{E6C604E3-32F9-CE8A-B8B4-AE04298890F7}"/>
                  </a:ext>
                </a:extLst>
              </p:cNvPr>
              <p:cNvSpPr/>
              <p:nvPr/>
            </p:nvSpPr>
            <p:spPr>
              <a:xfrm>
                <a:off x="8389143" y="853368"/>
                <a:ext cx="290514" cy="365832"/>
              </a:xfrm>
              <a:prstGeom prst="triangl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D40DE61B-8F3F-0895-0692-6E08C71AE5BA}"/>
                  </a:ext>
                </a:extLst>
              </p:cNvPr>
              <p:cNvSpPr/>
              <p:nvPr/>
            </p:nvSpPr>
            <p:spPr>
              <a:xfrm>
                <a:off x="8292841" y="290512"/>
                <a:ext cx="488950" cy="148713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56B7E768-519F-D6C9-7C25-4B567EECD868}"/>
                </a:ext>
              </a:extLst>
            </p:cNvPr>
            <p:cNvGrpSpPr/>
            <p:nvPr/>
          </p:nvGrpSpPr>
          <p:grpSpPr>
            <a:xfrm rot="16200000">
              <a:off x="5235434" y="2890073"/>
              <a:ext cx="835376" cy="783950"/>
              <a:chOff x="1749898" y="6647329"/>
              <a:chExt cx="2388194" cy="1353671"/>
            </a:xfrm>
            <a:solidFill>
              <a:schemeClr val="tx1"/>
            </a:solidFill>
          </p:grpSpPr>
          <p:sp>
            <p:nvSpPr>
              <p:cNvPr id="54" name="Arrow: Chevron 53">
                <a:extLst>
                  <a:ext uri="{FF2B5EF4-FFF2-40B4-BE49-F238E27FC236}">
                    <a16:creationId xmlns:a16="http://schemas.microsoft.com/office/drawing/2014/main" id="{8ECB5F58-DE00-9EE0-3F3E-8DAF73C52839}"/>
                  </a:ext>
                </a:extLst>
              </p:cNvPr>
              <p:cNvSpPr/>
              <p:nvPr/>
            </p:nvSpPr>
            <p:spPr>
              <a:xfrm>
                <a:off x="1749898" y="6647329"/>
                <a:ext cx="1353671" cy="1353671"/>
              </a:xfrm>
              <a:prstGeom prst="chevron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55" name="Arrow: Chevron 54">
                <a:extLst>
                  <a:ext uri="{FF2B5EF4-FFF2-40B4-BE49-F238E27FC236}">
                    <a16:creationId xmlns:a16="http://schemas.microsoft.com/office/drawing/2014/main" id="{F8A35068-C8FE-78F9-62B0-AF6DBD7A5BC8}"/>
                  </a:ext>
                </a:extLst>
              </p:cNvPr>
              <p:cNvSpPr/>
              <p:nvPr/>
            </p:nvSpPr>
            <p:spPr>
              <a:xfrm>
                <a:off x="2784421" y="6647329"/>
                <a:ext cx="1353671" cy="1353671"/>
              </a:xfrm>
              <a:prstGeom prst="chevron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57" name="Circle: Hollow 56">
              <a:extLst>
                <a:ext uri="{FF2B5EF4-FFF2-40B4-BE49-F238E27FC236}">
                  <a16:creationId xmlns:a16="http://schemas.microsoft.com/office/drawing/2014/main" id="{1812935B-BC13-1414-AE4F-B9809140660A}"/>
                </a:ext>
              </a:extLst>
            </p:cNvPr>
            <p:cNvSpPr/>
            <p:nvPr/>
          </p:nvSpPr>
          <p:spPr>
            <a:xfrm>
              <a:off x="7306796" y="2438400"/>
              <a:ext cx="2438400" cy="2438400"/>
            </a:xfrm>
            <a:prstGeom prst="donut">
              <a:avLst>
                <a:gd name="adj" fmla="val 422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3320532C-869A-F156-5A46-D36265C8D001}"/>
                </a:ext>
              </a:extLst>
            </p:cNvPr>
            <p:cNvGrpSpPr/>
            <p:nvPr/>
          </p:nvGrpSpPr>
          <p:grpSpPr>
            <a:xfrm rot="900000">
              <a:off x="7828223" y="2962407"/>
              <a:ext cx="1395547" cy="1390387"/>
              <a:chOff x="7856014" y="3032352"/>
              <a:chExt cx="1395547" cy="1390387"/>
            </a:xfrm>
            <a:solidFill>
              <a:schemeClr val="tx1"/>
            </a:solidFill>
          </p:grpSpPr>
          <p:sp>
            <p:nvSpPr>
              <p:cNvPr id="72" name="Teardrop 71">
                <a:extLst>
                  <a:ext uri="{FF2B5EF4-FFF2-40B4-BE49-F238E27FC236}">
                    <a16:creationId xmlns:a16="http://schemas.microsoft.com/office/drawing/2014/main" id="{0B1D0F68-AC75-9208-8366-D03CBDDA3401}"/>
                  </a:ext>
                </a:extLst>
              </p:cNvPr>
              <p:cNvSpPr/>
              <p:nvPr/>
            </p:nvSpPr>
            <p:spPr>
              <a:xfrm>
                <a:off x="7856014" y="3787999"/>
                <a:ext cx="634740" cy="634740"/>
              </a:xfrm>
              <a:prstGeom prst="teardrop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4" name="Teardrop 73">
                <a:extLst>
                  <a:ext uri="{FF2B5EF4-FFF2-40B4-BE49-F238E27FC236}">
                    <a16:creationId xmlns:a16="http://schemas.microsoft.com/office/drawing/2014/main" id="{174301D1-76EE-0DA2-DCE9-1C733C55E001}"/>
                  </a:ext>
                </a:extLst>
              </p:cNvPr>
              <p:cNvSpPr/>
              <p:nvPr/>
            </p:nvSpPr>
            <p:spPr>
              <a:xfrm rot="16200000">
                <a:off x="8616821" y="3787999"/>
                <a:ext cx="634740" cy="634740"/>
              </a:xfrm>
              <a:prstGeom prst="teardrop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6" name="Teardrop 75">
                <a:extLst>
                  <a:ext uri="{FF2B5EF4-FFF2-40B4-BE49-F238E27FC236}">
                    <a16:creationId xmlns:a16="http://schemas.microsoft.com/office/drawing/2014/main" id="{141310F7-49AC-2D43-F158-1296C4705438}"/>
                  </a:ext>
                </a:extLst>
              </p:cNvPr>
              <p:cNvSpPr/>
              <p:nvPr/>
            </p:nvSpPr>
            <p:spPr>
              <a:xfrm rot="5400000">
                <a:off x="7856014" y="3032352"/>
                <a:ext cx="634740" cy="634740"/>
              </a:xfrm>
              <a:prstGeom prst="teardrop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8" name="Teardrop 77">
                <a:extLst>
                  <a:ext uri="{FF2B5EF4-FFF2-40B4-BE49-F238E27FC236}">
                    <a16:creationId xmlns:a16="http://schemas.microsoft.com/office/drawing/2014/main" id="{7EB5279E-FFEE-92D9-08B7-E48EE5F2BD61}"/>
                  </a:ext>
                </a:extLst>
              </p:cNvPr>
              <p:cNvSpPr/>
              <p:nvPr/>
            </p:nvSpPr>
            <p:spPr>
              <a:xfrm rot="10800000">
                <a:off x="8616821" y="3032352"/>
                <a:ext cx="634740" cy="634740"/>
              </a:xfrm>
              <a:prstGeom prst="teardrop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80" name="Arrow: Circular 79">
              <a:extLst>
                <a:ext uri="{FF2B5EF4-FFF2-40B4-BE49-F238E27FC236}">
                  <a16:creationId xmlns:a16="http://schemas.microsoft.com/office/drawing/2014/main" id="{B3583467-4037-B808-0508-A0ECE0115B4D}"/>
                </a:ext>
              </a:extLst>
            </p:cNvPr>
            <p:cNvSpPr/>
            <p:nvPr/>
          </p:nvSpPr>
          <p:spPr>
            <a:xfrm rot="19800000">
              <a:off x="478390" y="478390"/>
              <a:ext cx="1481620" cy="1481620"/>
            </a:xfrm>
            <a:prstGeom prst="circularArrow">
              <a:avLst>
                <a:gd name="adj1" fmla="val 20965"/>
                <a:gd name="adj2" fmla="val 1142319"/>
                <a:gd name="adj3" fmla="val 20457683"/>
                <a:gd name="adj4" fmla="val 10800000"/>
                <a:gd name="adj5" fmla="val 1795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871437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10013F"/>
      </a:dk2>
      <a:lt2>
        <a:srgbClr val="F2F0FF"/>
      </a:lt2>
      <a:accent1>
        <a:srgbClr val="CEB17E"/>
      </a:accent1>
      <a:accent2>
        <a:srgbClr val="4D6ED7"/>
      </a:accent2>
      <a:accent3>
        <a:srgbClr val="D24646"/>
      </a:accent3>
      <a:accent4>
        <a:srgbClr val="5CC670"/>
      </a:accent4>
      <a:accent5>
        <a:srgbClr val="6E97B0"/>
      </a:accent5>
      <a:accent6>
        <a:srgbClr val="F5ADC8"/>
      </a:accent6>
      <a:hlink>
        <a:srgbClr val="0563C1"/>
      </a:hlink>
      <a:folHlink>
        <a:srgbClr val="954F72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80</TotalTime>
  <Words>2</Words>
  <Application>Microsoft Office PowerPoint</Application>
  <PresentationFormat>Custom</PresentationFormat>
  <Paragraphs>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Pretendard</vt:lpstr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강 박</dc:creator>
  <cp:lastModifiedBy>강 박</cp:lastModifiedBy>
  <cp:revision>34</cp:revision>
  <dcterms:created xsi:type="dcterms:W3CDTF">2026-08-04T06:07:04Z</dcterms:created>
  <dcterms:modified xsi:type="dcterms:W3CDTF">2026-08-07T21:39:21Z</dcterms:modified>
</cp:coreProperties>
</file>
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7536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4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596249"/>
            <a:ext cx="829056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22898"/>
            <a:ext cx="73152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1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8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2431629"/>
            <a:ext cx="841248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6527239"/>
            <a:ext cx="841248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6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2596444"/>
            <a:ext cx="4145280" cy="618857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2596444"/>
            <a:ext cx="4145280" cy="618857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0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519291"/>
            <a:ext cx="8412480" cy="188524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390987"/>
            <a:ext cx="412622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3562773"/>
            <a:ext cx="4126229" cy="5240303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390987"/>
            <a:ext cx="4146550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3562773"/>
            <a:ext cx="4146550" cy="5240303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4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5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50240"/>
            <a:ext cx="3145790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404340"/>
            <a:ext cx="493776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2926080"/>
            <a:ext cx="3145790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90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50240"/>
            <a:ext cx="3145790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404340"/>
            <a:ext cx="4937760" cy="6931378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2926080"/>
            <a:ext cx="3145790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2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519289"/>
            <a:ext cx="2103120" cy="8265725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519289"/>
            <a:ext cx="6187440" cy="8265725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93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519291"/>
            <a:ext cx="841248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2596444"/>
            <a:ext cx="841248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9040144"/>
            <a:ext cx="219456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AED35-DFB6-4BA2-A5B6-52D99E578295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9040144"/>
            <a:ext cx="329184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9040144"/>
            <a:ext cx="219456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02D6D-5B49-43C9-BAAD-59E1DE86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038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1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1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1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1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685B1BA-7B98-B725-E8D1-BA365DBD0206}"/>
              </a:ext>
            </a:extLst>
          </p:cNvPr>
          <p:cNvGrpSpPr/>
          <p:nvPr/>
        </p:nvGrpSpPr>
        <p:grpSpPr>
          <a:xfrm>
            <a:off x="1288268" y="2909048"/>
            <a:ext cx="7177061" cy="3935504"/>
            <a:chOff x="1288268" y="2909048"/>
            <a:chExt cx="7177061" cy="393550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5E79948-C4DB-7076-9689-DE618D6C564E}"/>
                </a:ext>
              </a:extLst>
            </p:cNvPr>
            <p:cNvGrpSpPr/>
            <p:nvPr/>
          </p:nvGrpSpPr>
          <p:grpSpPr>
            <a:xfrm rot="20956873">
              <a:off x="1362634" y="3211980"/>
              <a:ext cx="7028330" cy="3329640"/>
              <a:chOff x="1362634" y="3582148"/>
              <a:chExt cx="7028330" cy="332964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7CD1CB-CCB6-FDCF-FD63-A6445651DD1E}"/>
                  </a:ext>
                </a:extLst>
              </p:cNvPr>
              <p:cNvSpPr txBox="1"/>
              <p:nvPr/>
            </p:nvSpPr>
            <p:spPr>
              <a:xfrm>
                <a:off x="1362634" y="3582148"/>
                <a:ext cx="7028330" cy="1664820"/>
              </a:xfrm>
              <a:prstGeom prst="rect">
                <a:avLst/>
              </a:prstGeom>
              <a:noFill/>
              <a:scene3d>
                <a:camera prst="perspectiveRight" fov="6000000">
                  <a:rot lat="0" lon="19499991" rev="21299994"/>
                </a:camera>
                <a:lightRig rig="balanced" dir="t"/>
              </a:scene3d>
              <a:sp3d prstMaterial="matte"/>
            </p:spPr>
            <p:txBody>
              <a:bodyPr wrap="none" rtlCol="0" anchor="ctr">
                <a:noAutofit/>
              </a:bodyPr>
              <a:lstStyle/>
              <a:p>
                <a:pPr algn="r"/>
                <a:r>
                  <a:rPr lang="en-US" altLang="ko-KR" sz="14400" b="1" dirty="0" err="1">
                    <a:ln w="50800">
                      <a:solidFill>
                        <a:schemeClr val="tx1"/>
                      </a:solidFill>
                    </a:ln>
                    <a:noFill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Rockin</a:t>
                </a:r>
                <a:endParaRPr lang="ko-KR" altLang="en-US" sz="14400" b="1" dirty="0">
                  <a:ln w="50800">
                    <a:solidFill>
                      <a:schemeClr val="tx1"/>
                    </a:solidFill>
                  </a:ln>
                  <a:noFill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3622E9-6BB4-C120-6B85-CBB70D8EC406}"/>
                  </a:ext>
                </a:extLst>
              </p:cNvPr>
              <p:cNvSpPr txBox="1"/>
              <p:nvPr/>
            </p:nvSpPr>
            <p:spPr>
              <a:xfrm>
                <a:off x="1362634" y="5246968"/>
                <a:ext cx="7028330" cy="1664820"/>
              </a:xfrm>
              <a:prstGeom prst="rect">
                <a:avLst/>
              </a:prstGeom>
              <a:noFill/>
              <a:scene3d>
                <a:camera prst="perspectiveRight" fov="6000000">
                  <a:rot lat="0" lon="2100000" rev="21299999"/>
                </a:camera>
                <a:lightRig rig="balanced" dir="t"/>
              </a:scene3d>
              <a:sp3d prstMaterial="matte"/>
            </p:spPr>
            <p:txBody>
              <a:bodyPr wrap="none" rtlCol="0" anchor="ctr">
                <a:noAutofit/>
              </a:bodyPr>
              <a:lstStyle/>
              <a:p>
                <a:r>
                  <a:rPr lang="en-US" altLang="ko-KR" sz="14400" b="1" dirty="0" err="1">
                    <a:ln w="50800">
                      <a:noFill/>
                    </a:ln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Rackin</a:t>
                </a:r>
                <a:endParaRPr lang="ko-KR" altLang="en-US" sz="14400" b="1" dirty="0">
                  <a:ln w="50800">
                    <a:noFill/>
                  </a:ln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CFAF05F-B5C6-5B2F-938B-3EAD9634601D}"/>
                </a:ext>
              </a:extLst>
            </p:cNvPr>
            <p:cNvGrpSpPr/>
            <p:nvPr/>
          </p:nvGrpSpPr>
          <p:grpSpPr>
            <a:xfrm>
              <a:off x="1288271" y="2909049"/>
              <a:ext cx="7177058" cy="3935503"/>
              <a:chOff x="1288271" y="2909049"/>
              <a:chExt cx="7177058" cy="3935503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1906196-F6E0-B6CC-54DA-D95ADC4F7F74}"/>
                  </a:ext>
                </a:extLst>
              </p:cNvPr>
              <p:cNvSpPr/>
              <p:nvPr/>
            </p:nvSpPr>
            <p:spPr>
              <a:xfrm rot="16200000">
                <a:off x="1288271" y="2909049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38AFE60-1BA5-D131-B1D2-86C4035959AE}"/>
                  </a:ext>
                </a:extLst>
              </p:cNvPr>
              <p:cNvSpPr/>
              <p:nvPr/>
            </p:nvSpPr>
            <p:spPr>
              <a:xfrm rot="5400000">
                <a:off x="7102697" y="5481921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799D7C3-2052-0A3A-8C3B-41882A1A8E29}"/>
                  </a:ext>
                </a:extLst>
              </p:cNvPr>
              <p:cNvSpPr/>
              <p:nvPr/>
            </p:nvSpPr>
            <p:spPr>
              <a:xfrm>
                <a:off x="8310562" y="4271680"/>
                <a:ext cx="154765" cy="121024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349A6E-9CCF-42E7-28E7-54921984F555}"/>
                  </a:ext>
                </a:extLst>
              </p:cNvPr>
              <p:cNvSpPr/>
              <p:nvPr/>
            </p:nvSpPr>
            <p:spPr>
              <a:xfrm rot="5400000">
                <a:off x="4799416" y="4541272"/>
                <a:ext cx="154765" cy="445179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B5B425F-7C3D-BBD4-315B-76A38761866D}"/>
                </a:ext>
              </a:extLst>
            </p:cNvPr>
            <p:cNvGrpSpPr/>
            <p:nvPr/>
          </p:nvGrpSpPr>
          <p:grpSpPr>
            <a:xfrm>
              <a:off x="1288269" y="2909049"/>
              <a:ext cx="7177058" cy="3935503"/>
              <a:chOff x="1288271" y="2909049"/>
              <a:chExt cx="7177058" cy="393550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AF2FB1-7C84-97BE-738B-B08201A54AEE}"/>
                  </a:ext>
                </a:extLst>
              </p:cNvPr>
              <p:cNvSpPr/>
              <p:nvPr/>
            </p:nvSpPr>
            <p:spPr>
              <a:xfrm rot="16200000">
                <a:off x="1288271" y="2909049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7323404-D13B-252F-EF5D-D3375CD975D6}"/>
                  </a:ext>
                </a:extLst>
              </p:cNvPr>
              <p:cNvSpPr/>
              <p:nvPr/>
            </p:nvSpPr>
            <p:spPr>
              <a:xfrm rot="5400000">
                <a:off x="7102697" y="5481921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650C2C3-349E-43F8-0E16-5180B502C03C}"/>
                  </a:ext>
                </a:extLst>
              </p:cNvPr>
              <p:cNvSpPr/>
              <p:nvPr/>
            </p:nvSpPr>
            <p:spPr>
              <a:xfrm>
                <a:off x="8310562" y="4271680"/>
                <a:ext cx="154765" cy="121024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413D1E2-1257-BC66-A79A-0BE330D1E7BF}"/>
                  </a:ext>
                </a:extLst>
              </p:cNvPr>
              <p:cNvSpPr/>
              <p:nvPr/>
            </p:nvSpPr>
            <p:spPr>
              <a:xfrm rot="5400000">
                <a:off x="4799416" y="4541272"/>
                <a:ext cx="154765" cy="445179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D9C92FA-95BB-271D-E063-A4B10B557D7A}"/>
                </a:ext>
              </a:extLst>
            </p:cNvPr>
            <p:cNvGrpSpPr/>
            <p:nvPr/>
          </p:nvGrpSpPr>
          <p:grpSpPr>
            <a:xfrm flipV="1">
              <a:off x="1288268" y="2909048"/>
              <a:ext cx="7177058" cy="3935504"/>
              <a:chOff x="1288268" y="2909048"/>
              <a:chExt cx="7177058" cy="393550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E54B3F5-812C-B087-293B-33CF4DEEAD3B}"/>
                  </a:ext>
                </a:extLst>
              </p:cNvPr>
              <p:cNvSpPr/>
              <p:nvPr/>
            </p:nvSpPr>
            <p:spPr>
              <a:xfrm rot="5400000">
                <a:off x="7102694" y="5481920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52F7CE3-0F27-E568-0CA1-C036B45E03F4}"/>
                  </a:ext>
                </a:extLst>
              </p:cNvPr>
              <p:cNvSpPr/>
              <p:nvPr/>
            </p:nvSpPr>
            <p:spPr>
              <a:xfrm rot="16200000">
                <a:off x="1288268" y="2909048"/>
                <a:ext cx="1362631" cy="1362632"/>
              </a:xfrm>
              <a:custGeom>
                <a:avLst/>
                <a:gdLst>
                  <a:gd name="csX0" fmla="*/ 2162174 w 2438400"/>
                  <a:gd name="csY0" fmla="*/ 1015509 h 2438401"/>
                  <a:gd name="csX1" fmla="*/ 2226113 w 2438400"/>
                  <a:gd name="csY1" fmla="*/ 1031950 h 2438401"/>
                  <a:gd name="csX2" fmla="*/ 2438400 w 2438400"/>
                  <a:gd name="csY2" fmla="*/ 1053350 h 2438401"/>
                  <a:gd name="csX3" fmla="*/ 2438400 w 2438400"/>
                  <a:gd name="csY3" fmla="*/ 2438401 h 2438401"/>
                  <a:gd name="csX4" fmla="*/ 2162174 w 2438400"/>
                  <a:gd name="csY4" fmla="*/ 2438401 h 2438401"/>
                  <a:gd name="csX5" fmla="*/ 1385048 w 2438400"/>
                  <a:gd name="csY5" fmla="*/ 0 h 2438401"/>
                  <a:gd name="csX6" fmla="*/ 1659489 w 2438400"/>
                  <a:gd name="csY6" fmla="*/ 0 h 2438401"/>
                  <a:gd name="csX7" fmla="*/ 1663510 w 2438400"/>
                  <a:gd name="csY7" fmla="*/ 79636 h 2438401"/>
                  <a:gd name="csX8" fmla="*/ 1675314 w 2438400"/>
                  <a:gd name="csY8" fmla="*/ 156975 h 2438401"/>
                  <a:gd name="csX9" fmla="*/ 1712331 w 2438400"/>
                  <a:gd name="csY9" fmla="*/ 276225 h 2438401"/>
                  <a:gd name="csX10" fmla="*/ 1712330 w 2438400"/>
                  <a:gd name="csY10" fmla="*/ 276225 h 2438401"/>
                  <a:gd name="csX11" fmla="*/ 1720699 w 2438400"/>
                  <a:gd name="csY11" fmla="*/ 303185 h 2438401"/>
                  <a:gd name="csX12" fmla="*/ 2135212 w 2438400"/>
                  <a:gd name="csY12" fmla="*/ 717698 h 2438401"/>
                  <a:gd name="csX13" fmla="*/ 2162174 w 2438400"/>
                  <a:gd name="csY13" fmla="*/ 726067 h 2438401"/>
                  <a:gd name="csX14" fmla="*/ 2162174 w 2438400"/>
                  <a:gd name="csY14" fmla="*/ 726067 h 2438401"/>
                  <a:gd name="csX15" fmla="*/ 2281422 w 2438400"/>
                  <a:gd name="csY15" fmla="*/ 763084 h 2438401"/>
                  <a:gd name="csX16" fmla="*/ 2438400 w 2438400"/>
                  <a:gd name="csY16" fmla="*/ 778909 h 2438401"/>
                  <a:gd name="csX17" fmla="*/ 2438400 w 2438400"/>
                  <a:gd name="csY17" fmla="*/ 1053350 h 2438401"/>
                  <a:gd name="csX18" fmla="*/ 2226113 w 2438400"/>
                  <a:gd name="csY18" fmla="*/ 1031950 h 2438401"/>
                  <a:gd name="csX19" fmla="*/ 2162174 w 2438400"/>
                  <a:gd name="csY19" fmla="*/ 1015509 h 2438401"/>
                  <a:gd name="csX20" fmla="*/ 2162174 w 2438400"/>
                  <a:gd name="csY20" fmla="*/ 1015509 h 2438401"/>
                  <a:gd name="csX21" fmla="*/ 2125165 w 2438400"/>
                  <a:gd name="csY21" fmla="*/ 1005993 h 2438401"/>
                  <a:gd name="csX22" fmla="*/ 1432404 w 2438400"/>
                  <a:gd name="csY22" fmla="*/ 313232 h 2438401"/>
                  <a:gd name="csX23" fmla="*/ 1422888 w 2438400"/>
                  <a:gd name="csY23" fmla="*/ 276225 h 2438401"/>
                  <a:gd name="csX24" fmla="*/ 1422889 w 2438400"/>
                  <a:gd name="csY24" fmla="*/ 276225 h 2438401"/>
                  <a:gd name="csX25" fmla="*/ 1406448 w 2438400"/>
                  <a:gd name="csY25" fmla="*/ 212284 h 2438401"/>
                  <a:gd name="csX26" fmla="*/ 1390486 w 2438400"/>
                  <a:gd name="csY26" fmla="*/ 107696 h 2438401"/>
                  <a:gd name="csX27" fmla="*/ 0 w 2438400"/>
                  <a:gd name="csY27" fmla="*/ 0 h 2438401"/>
                  <a:gd name="csX28" fmla="*/ 1385047 w 2438400"/>
                  <a:gd name="csY28" fmla="*/ 0 h 2438401"/>
                  <a:gd name="csX29" fmla="*/ 1390485 w 2438400"/>
                  <a:gd name="csY29" fmla="*/ 107696 h 2438401"/>
                  <a:gd name="csX30" fmla="*/ 1406447 w 2438400"/>
                  <a:gd name="csY30" fmla="*/ 212284 h 2438401"/>
                  <a:gd name="csX31" fmla="*/ 1422888 w 2438400"/>
                  <a:gd name="csY31" fmla="*/ 276225 h 2438401"/>
                  <a:gd name="csX32" fmla="*/ 0 w 2438400"/>
                  <a:gd name="csY32" fmla="*/ 276225 h 2438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438400" h="2438401">
                    <a:moveTo>
                      <a:pt x="2162174" y="1015509"/>
                    </a:moveTo>
                    <a:lnTo>
                      <a:pt x="2226113" y="1031950"/>
                    </a:lnTo>
                    <a:cubicBezTo>
                      <a:pt x="2294683" y="1045981"/>
                      <a:pt x="2365681" y="1053350"/>
                      <a:pt x="2438400" y="1053350"/>
                    </a:cubicBezTo>
                    <a:lnTo>
                      <a:pt x="2438400" y="2438401"/>
                    </a:lnTo>
                    <a:lnTo>
                      <a:pt x="2162174" y="2438401"/>
                    </a:lnTo>
                    <a:close/>
                    <a:moveTo>
                      <a:pt x="1385048" y="0"/>
                    </a:moveTo>
                    <a:lnTo>
                      <a:pt x="1659489" y="0"/>
                    </a:lnTo>
                    <a:lnTo>
                      <a:pt x="1663510" y="79636"/>
                    </a:lnTo>
                    <a:cubicBezTo>
                      <a:pt x="1666170" y="105821"/>
                      <a:pt x="1670126" y="131622"/>
                      <a:pt x="1675314" y="156975"/>
                    </a:cubicBezTo>
                    <a:lnTo>
                      <a:pt x="1712331" y="276225"/>
                    </a:lnTo>
                    <a:lnTo>
                      <a:pt x="1712330" y="276225"/>
                    </a:lnTo>
                    <a:lnTo>
                      <a:pt x="1720699" y="303185"/>
                    </a:lnTo>
                    <a:cubicBezTo>
                      <a:pt x="1799529" y="489560"/>
                      <a:pt x="1948837" y="638868"/>
                      <a:pt x="2135212" y="717698"/>
                    </a:cubicBezTo>
                    <a:lnTo>
                      <a:pt x="2162174" y="726067"/>
                    </a:lnTo>
                    <a:lnTo>
                      <a:pt x="2162174" y="726067"/>
                    </a:lnTo>
                    <a:lnTo>
                      <a:pt x="2281422" y="763084"/>
                    </a:lnTo>
                    <a:cubicBezTo>
                      <a:pt x="2332127" y="773460"/>
                      <a:pt x="2384627" y="778909"/>
                      <a:pt x="2438400" y="778909"/>
                    </a:cubicBezTo>
                    <a:lnTo>
                      <a:pt x="2438400" y="1053350"/>
                    </a:lnTo>
                    <a:cubicBezTo>
                      <a:pt x="2365681" y="1053350"/>
                      <a:pt x="2294683" y="1045981"/>
                      <a:pt x="2226113" y="1031950"/>
                    </a:cubicBezTo>
                    <a:lnTo>
                      <a:pt x="2162174" y="1015509"/>
                    </a:lnTo>
                    <a:lnTo>
                      <a:pt x="2162174" y="1015509"/>
                    </a:lnTo>
                    <a:lnTo>
                      <a:pt x="2125165" y="1005993"/>
                    </a:lnTo>
                    <a:cubicBezTo>
                      <a:pt x="1795329" y="903404"/>
                      <a:pt x="1534993" y="643068"/>
                      <a:pt x="1432404" y="313232"/>
                    </a:cubicBezTo>
                    <a:lnTo>
                      <a:pt x="1422888" y="276225"/>
                    </a:lnTo>
                    <a:lnTo>
                      <a:pt x="1422889" y="276225"/>
                    </a:lnTo>
                    <a:lnTo>
                      <a:pt x="1406448" y="212284"/>
                    </a:lnTo>
                    <a:cubicBezTo>
                      <a:pt x="1399433" y="177999"/>
                      <a:pt x="1394082" y="143107"/>
                      <a:pt x="1390486" y="107696"/>
                    </a:cubicBezTo>
                    <a:close/>
                    <a:moveTo>
                      <a:pt x="0" y="0"/>
                    </a:moveTo>
                    <a:lnTo>
                      <a:pt x="1385047" y="0"/>
                    </a:lnTo>
                    <a:lnTo>
                      <a:pt x="1390485" y="107696"/>
                    </a:lnTo>
                    <a:cubicBezTo>
                      <a:pt x="1394081" y="143107"/>
                      <a:pt x="1399432" y="177999"/>
                      <a:pt x="1406447" y="212284"/>
                    </a:cubicBezTo>
                    <a:lnTo>
                      <a:pt x="1422888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0A6BC9-DFAE-754B-8C4D-F73A44EE6918}"/>
                </a:ext>
              </a:extLst>
            </p:cNvPr>
            <p:cNvSpPr/>
            <p:nvPr/>
          </p:nvSpPr>
          <p:spPr>
            <a:xfrm rot="10800000">
              <a:off x="1288269" y="4271680"/>
              <a:ext cx="154765" cy="121024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97C9D18-74B8-23A5-3D3B-96443147DA72}"/>
                </a:ext>
              </a:extLst>
            </p:cNvPr>
            <p:cNvSpPr/>
            <p:nvPr/>
          </p:nvSpPr>
          <p:spPr>
            <a:xfrm rot="16200000">
              <a:off x="4799415" y="760536"/>
              <a:ext cx="154765" cy="44517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13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F9AE2FD-65F5-68E5-53E6-14CD89E79C55}"/>
              </a:ext>
            </a:extLst>
          </p:cNvPr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BC8C924-FE08-578F-8494-21C4165D6AB1}"/>
                </a:ext>
              </a:extLst>
            </p:cNvPr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611F1EBF-EC91-3FD5-C7C7-42B3F6DD1F35}"/>
                </a:ext>
              </a:extLst>
            </p:cNvPr>
            <p:cNvSpPr/>
            <p:nvPr/>
          </p:nvSpPr>
          <p:spPr>
            <a:xfrm>
              <a:off x="179294" y="179294"/>
              <a:ext cx="4518212" cy="4518212"/>
            </a:xfrm>
            <a:prstGeom prst="frame">
              <a:avLst>
                <a:gd name="adj1" fmla="val 735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DDABEE3-DECB-B7F7-7432-F8809EFFF7DE}"/>
              </a:ext>
            </a:extLst>
          </p:cNvPr>
          <p:cNvGrpSpPr/>
          <p:nvPr/>
        </p:nvGrpSpPr>
        <p:grpSpPr>
          <a:xfrm>
            <a:off x="4876799" y="0"/>
            <a:ext cx="4876801" cy="4876801"/>
            <a:chOff x="4876799" y="0"/>
            <a:chExt cx="4876801" cy="4876801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0A7C99B-A6B4-840B-6B8E-A91D87DAFCD7}"/>
                </a:ext>
              </a:extLst>
            </p:cNvPr>
            <p:cNvSpPr/>
            <p:nvPr/>
          </p:nvSpPr>
          <p:spPr>
            <a:xfrm>
              <a:off x="7315200" y="0"/>
              <a:ext cx="2438400" cy="2438401"/>
            </a:xfrm>
            <a:custGeom>
              <a:avLst/>
              <a:gdLst>
                <a:gd name="csX0" fmla="*/ 2162174 w 2438400"/>
                <a:gd name="csY0" fmla="*/ 1015509 h 2438401"/>
                <a:gd name="csX1" fmla="*/ 2226113 w 2438400"/>
                <a:gd name="csY1" fmla="*/ 1031950 h 2438401"/>
                <a:gd name="csX2" fmla="*/ 2438400 w 2438400"/>
                <a:gd name="csY2" fmla="*/ 1053350 h 2438401"/>
                <a:gd name="csX3" fmla="*/ 2438400 w 2438400"/>
                <a:gd name="csY3" fmla="*/ 2438401 h 2438401"/>
                <a:gd name="csX4" fmla="*/ 2162174 w 2438400"/>
                <a:gd name="csY4" fmla="*/ 2438401 h 2438401"/>
                <a:gd name="csX5" fmla="*/ 1385048 w 2438400"/>
                <a:gd name="csY5" fmla="*/ 0 h 2438401"/>
                <a:gd name="csX6" fmla="*/ 1659489 w 2438400"/>
                <a:gd name="csY6" fmla="*/ 0 h 2438401"/>
                <a:gd name="csX7" fmla="*/ 1663510 w 2438400"/>
                <a:gd name="csY7" fmla="*/ 79636 h 2438401"/>
                <a:gd name="csX8" fmla="*/ 1675314 w 2438400"/>
                <a:gd name="csY8" fmla="*/ 156975 h 2438401"/>
                <a:gd name="csX9" fmla="*/ 1712331 w 2438400"/>
                <a:gd name="csY9" fmla="*/ 276225 h 2438401"/>
                <a:gd name="csX10" fmla="*/ 1712330 w 2438400"/>
                <a:gd name="csY10" fmla="*/ 276225 h 2438401"/>
                <a:gd name="csX11" fmla="*/ 1720699 w 2438400"/>
                <a:gd name="csY11" fmla="*/ 303185 h 2438401"/>
                <a:gd name="csX12" fmla="*/ 2135212 w 2438400"/>
                <a:gd name="csY12" fmla="*/ 717698 h 2438401"/>
                <a:gd name="csX13" fmla="*/ 2162174 w 2438400"/>
                <a:gd name="csY13" fmla="*/ 726067 h 2438401"/>
                <a:gd name="csX14" fmla="*/ 2162174 w 2438400"/>
                <a:gd name="csY14" fmla="*/ 726067 h 2438401"/>
                <a:gd name="csX15" fmla="*/ 2281422 w 2438400"/>
                <a:gd name="csY15" fmla="*/ 763084 h 2438401"/>
                <a:gd name="csX16" fmla="*/ 2438400 w 2438400"/>
                <a:gd name="csY16" fmla="*/ 778909 h 2438401"/>
                <a:gd name="csX17" fmla="*/ 2438400 w 2438400"/>
                <a:gd name="csY17" fmla="*/ 1053350 h 2438401"/>
                <a:gd name="csX18" fmla="*/ 2226113 w 2438400"/>
                <a:gd name="csY18" fmla="*/ 1031950 h 2438401"/>
                <a:gd name="csX19" fmla="*/ 2162174 w 2438400"/>
                <a:gd name="csY19" fmla="*/ 1015509 h 2438401"/>
                <a:gd name="csX20" fmla="*/ 2162174 w 2438400"/>
                <a:gd name="csY20" fmla="*/ 1015509 h 2438401"/>
                <a:gd name="csX21" fmla="*/ 2125165 w 2438400"/>
                <a:gd name="csY21" fmla="*/ 1005993 h 2438401"/>
                <a:gd name="csX22" fmla="*/ 1432404 w 2438400"/>
                <a:gd name="csY22" fmla="*/ 313232 h 2438401"/>
                <a:gd name="csX23" fmla="*/ 1422888 w 2438400"/>
                <a:gd name="csY23" fmla="*/ 276225 h 2438401"/>
                <a:gd name="csX24" fmla="*/ 1422889 w 2438400"/>
                <a:gd name="csY24" fmla="*/ 276225 h 2438401"/>
                <a:gd name="csX25" fmla="*/ 1406448 w 2438400"/>
                <a:gd name="csY25" fmla="*/ 212284 h 2438401"/>
                <a:gd name="csX26" fmla="*/ 1390486 w 2438400"/>
                <a:gd name="csY26" fmla="*/ 107696 h 2438401"/>
                <a:gd name="csX27" fmla="*/ 0 w 2438400"/>
                <a:gd name="csY27" fmla="*/ 0 h 2438401"/>
                <a:gd name="csX28" fmla="*/ 1385047 w 2438400"/>
                <a:gd name="csY28" fmla="*/ 0 h 2438401"/>
                <a:gd name="csX29" fmla="*/ 1390485 w 2438400"/>
                <a:gd name="csY29" fmla="*/ 107696 h 2438401"/>
                <a:gd name="csX30" fmla="*/ 1406447 w 2438400"/>
                <a:gd name="csY30" fmla="*/ 212284 h 2438401"/>
                <a:gd name="csX31" fmla="*/ 1422888 w 2438400"/>
                <a:gd name="csY31" fmla="*/ 276225 h 2438401"/>
                <a:gd name="csX32" fmla="*/ 0 w 2438400"/>
                <a:gd name="csY32" fmla="*/ 276225 h 2438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438400" h="2438401">
                  <a:moveTo>
                    <a:pt x="2162174" y="1015509"/>
                  </a:moveTo>
                  <a:lnTo>
                    <a:pt x="2226113" y="1031950"/>
                  </a:lnTo>
                  <a:cubicBezTo>
                    <a:pt x="2294683" y="1045981"/>
                    <a:pt x="2365681" y="1053350"/>
                    <a:pt x="2438400" y="1053350"/>
                  </a:cubicBezTo>
                  <a:lnTo>
                    <a:pt x="2438400" y="2438401"/>
                  </a:lnTo>
                  <a:lnTo>
                    <a:pt x="2162174" y="2438401"/>
                  </a:lnTo>
                  <a:close/>
                  <a:moveTo>
                    <a:pt x="1385048" y="0"/>
                  </a:moveTo>
                  <a:lnTo>
                    <a:pt x="1659489" y="0"/>
                  </a:lnTo>
                  <a:lnTo>
                    <a:pt x="1663510" y="79636"/>
                  </a:lnTo>
                  <a:cubicBezTo>
                    <a:pt x="1666170" y="105821"/>
                    <a:pt x="1670126" y="131622"/>
                    <a:pt x="1675314" y="156975"/>
                  </a:cubicBezTo>
                  <a:lnTo>
                    <a:pt x="1712331" y="276225"/>
                  </a:lnTo>
                  <a:lnTo>
                    <a:pt x="1712330" y="276225"/>
                  </a:lnTo>
                  <a:lnTo>
                    <a:pt x="1720699" y="303185"/>
                  </a:lnTo>
                  <a:cubicBezTo>
                    <a:pt x="1799529" y="489560"/>
                    <a:pt x="1948837" y="638868"/>
                    <a:pt x="2135212" y="717698"/>
                  </a:cubicBezTo>
                  <a:lnTo>
                    <a:pt x="2162174" y="726067"/>
                  </a:lnTo>
                  <a:lnTo>
                    <a:pt x="2162174" y="726067"/>
                  </a:lnTo>
                  <a:lnTo>
                    <a:pt x="2281422" y="763084"/>
                  </a:lnTo>
                  <a:cubicBezTo>
                    <a:pt x="2332127" y="773460"/>
                    <a:pt x="2384627" y="778909"/>
                    <a:pt x="2438400" y="778909"/>
                  </a:cubicBezTo>
                  <a:lnTo>
                    <a:pt x="2438400" y="1053350"/>
                  </a:lnTo>
                  <a:cubicBezTo>
                    <a:pt x="2365681" y="1053350"/>
                    <a:pt x="2294683" y="1045981"/>
                    <a:pt x="2226113" y="1031950"/>
                  </a:cubicBezTo>
                  <a:lnTo>
                    <a:pt x="2162174" y="1015509"/>
                  </a:lnTo>
                  <a:lnTo>
                    <a:pt x="2162174" y="1015509"/>
                  </a:lnTo>
                  <a:lnTo>
                    <a:pt x="2125165" y="1005993"/>
                  </a:lnTo>
                  <a:cubicBezTo>
                    <a:pt x="1795329" y="903404"/>
                    <a:pt x="1534993" y="643068"/>
                    <a:pt x="1432404" y="313232"/>
                  </a:cubicBezTo>
                  <a:lnTo>
                    <a:pt x="1422888" y="276225"/>
                  </a:lnTo>
                  <a:lnTo>
                    <a:pt x="1422889" y="276225"/>
                  </a:lnTo>
                  <a:lnTo>
                    <a:pt x="1406448" y="212284"/>
                  </a:lnTo>
                  <a:cubicBezTo>
                    <a:pt x="1399433" y="177999"/>
                    <a:pt x="1394082" y="143107"/>
                    <a:pt x="1390486" y="107696"/>
                  </a:cubicBezTo>
                  <a:close/>
                  <a:moveTo>
                    <a:pt x="0" y="0"/>
                  </a:moveTo>
                  <a:lnTo>
                    <a:pt x="1385047" y="0"/>
                  </a:lnTo>
                  <a:lnTo>
                    <a:pt x="1390485" y="107696"/>
                  </a:lnTo>
                  <a:cubicBezTo>
                    <a:pt x="1394081" y="143107"/>
                    <a:pt x="1399432" y="177999"/>
                    <a:pt x="1406447" y="212284"/>
                  </a:cubicBezTo>
                  <a:lnTo>
                    <a:pt x="1422888" y="276225"/>
                  </a:lnTo>
                  <a:lnTo>
                    <a:pt x="0" y="27622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08781D9-4ED5-9AA2-5F5E-091E56A2E925}"/>
                </a:ext>
              </a:extLst>
            </p:cNvPr>
            <p:cNvSpPr/>
            <p:nvPr/>
          </p:nvSpPr>
          <p:spPr>
            <a:xfrm rot="5400000">
              <a:off x="7315200" y="2438400"/>
              <a:ext cx="2438400" cy="2438401"/>
            </a:xfrm>
            <a:custGeom>
              <a:avLst/>
              <a:gdLst>
                <a:gd name="csX0" fmla="*/ 2162174 w 2438400"/>
                <a:gd name="csY0" fmla="*/ 1015509 h 2438401"/>
                <a:gd name="csX1" fmla="*/ 2226113 w 2438400"/>
                <a:gd name="csY1" fmla="*/ 1031950 h 2438401"/>
                <a:gd name="csX2" fmla="*/ 2438400 w 2438400"/>
                <a:gd name="csY2" fmla="*/ 1053350 h 2438401"/>
                <a:gd name="csX3" fmla="*/ 2438400 w 2438400"/>
                <a:gd name="csY3" fmla="*/ 2438401 h 2438401"/>
                <a:gd name="csX4" fmla="*/ 2162174 w 2438400"/>
                <a:gd name="csY4" fmla="*/ 2438401 h 2438401"/>
                <a:gd name="csX5" fmla="*/ 1385048 w 2438400"/>
                <a:gd name="csY5" fmla="*/ 0 h 2438401"/>
                <a:gd name="csX6" fmla="*/ 1659489 w 2438400"/>
                <a:gd name="csY6" fmla="*/ 0 h 2438401"/>
                <a:gd name="csX7" fmla="*/ 1663510 w 2438400"/>
                <a:gd name="csY7" fmla="*/ 79636 h 2438401"/>
                <a:gd name="csX8" fmla="*/ 1675314 w 2438400"/>
                <a:gd name="csY8" fmla="*/ 156975 h 2438401"/>
                <a:gd name="csX9" fmla="*/ 1712331 w 2438400"/>
                <a:gd name="csY9" fmla="*/ 276225 h 2438401"/>
                <a:gd name="csX10" fmla="*/ 1712330 w 2438400"/>
                <a:gd name="csY10" fmla="*/ 276225 h 2438401"/>
                <a:gd name="csX11" fmla="*/ 1720699 w 2438400"/>
                <a:gd name="csY11" fmla="*/ 303185 h 2438401"/>
                <a:gd name="csX12" fmla="*/ 2135212 w 2438400"/>
                <a:gd name="csY12" fmla="*/ 717698 h 2438401"/>
                <a:gd name="csX13" fmla="*/ 2162174 w 2438400"/>
                <a:gd name="csY13" fmla="*/ 726067 h 2438401"/>
                <a:gd name="csX14" fmla="*/ 2162174 w 2438400"/>
                <a:gd name="csY14" fmla="*/ 726067 h 2438401"/>
                <a:gd name="csX15" fmla="*/ 2281422 w 2438400"/>
                <a:gd name="csY15" fmla="*/ 763084 h 2438401"/>
                <a:gd name="csX16" fmla="*/ 2438400 w 2438400"/>
                <a:gd name="csY16" fmla="*/ 778909 h 2438401"/>
                <a:gd name="csX17" fmla="*/ 2438400 w 2438400"/>
                <a:gd name="csY17" fmla="*/ 1053350 h 2438401"/>
                <a:gd name="csX18" fmla="*/ 2226113 w 2438400"/>
                <a:gd name="csY18" fmla="*/ 1031950 h 2438401"/>
                <a:gd name="csX19" fmla="*/ 2162174 w 2438400"/>
                <a:gd name="csY19" fmla="*/ 1015509 h 2438401"/>
                <a:gd name="csX20" fmla="*/ 2162174 w 2438400"/>
                <a:gd name="csY20" fmla="*/ 1015509 h 2438401"/>
                <a:gd name="csX21" fmla="*/ 2125165 w 2438400"/>
                <a:gd name="csY21" fmla="*/ 1005993 h 2438401"/>
                <a:gd name="csX22" fmla="*/ 1432404 w 2438400"/>
                <a:gd name="csY22" fmla="*/ 313232 h 2438401"/>
                <a:gd name="csX23" fmla="*/ 1422888 w 2438400"/>
                <a:gd name="csY23" fmla="*/ 276225 h 2438401"/>
                <a:gd name="csX24" fmla="*/ 1422889 w 2438400"/>
                <a:gd name="csY24" fmla="*/ 276225 h 2438401"/>
                <a:gd name="csX25" fmla="*/ 1406448 w 2438400"/>
                <a:gd name="csY25" fmla="*/ 212284 h 2438401"/>
                <a:gd name="csX26" fmla="*/ 1390486 w 2438400"/>
                <a:gd name="csY26" fmla="*/ 107696 h 2438401"/>
                <a:gd name="csX27" fmla="*/ 0 w 2438400"/>
                <a:gd name="csY27" fmla="*/ 0 h 2438401"/>
                <a:gd name="csX28" fmla="*/ 1385047 w 2438400"/>
                <a:gd name="csY28" fmla="*/ 0 h 2438401"/>
                <a:gd name="csX29" fmla="*/ 1390485 w 2438400"/>
                <a:gd name="csY29" fmla="*/ 107696 h 2438401"/>
                <a:gd name="csX30" fmla="*/ 1406447 w 2438400"/>
                <a:gd name="csY30" fmla="*/ 212284 h 2438401"/>
                <a:gd name="csX31" fmla="*/ 1422888 w 2438400"/>
                <a:gd name="csY31" fmla="*/ 276225 h 2438401"/>
                <a:gd name="csX32" fmla="*/ 0 w 2438400"/>
                <a:gd name="csY32" fmla="*/ 276225 h 2438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438400" h="2438401">
                  <a:moveTo>
                    <a:pt x="2162174" y="1015509"/>
                  </a:moveTo>
                  <a:lnTo>
                    <a:pt x="2226113" y="1031950"/>
                  </a:lnTo>
                  <a:cubicBezTo>
                    <a:pt x="2294683" y="1045981"/>
                    <a:pt x="2365681" y="1053350"/>
                    <a:pt x="2438400" y="1053350"/>
                  </a:cubicBezTo>
                  <a:lnTo>
                    <a:pt x="2438400" y="2438401"/>
                  </a:lnTo>
                  <a:lnTo>
                    <a:pt x="2162174" y="2438401"/>
                  </a:lnTo>
                  <a:close/>
                  <a:moveTo>
                    <a:pt x="1385048" y="0"/>
                  </a:moveTo>
                  <a:lnTo>
                    <a:pt x="1659489" y="0"/>
                  </a:lnTo>
                  <a:lnTo>
                    <a:pt x="1663510" y="79636"/>
                  </a:lnTo>
                  <a:cubicBezTo>
                    <a:pt x="1666170" y="105821"/>
                    <a:pt x="1670126" y="131622"/>
                    <a:pt x="1675314" y="156975"/>
                  </a:cubicBezTo>
                  <a:lnTo>
                    <a:pt x="1712331" y="276225"/>
                  </a:lnTo>
                  <a:lnTo>
                    <a:pt x="1712330" y="276225"/>
                  </a:lnTo>
                  <a:lnTo>
                    <a:pt x="1720699" y="303185"/>
                  </a:lnTo>
                  <a:cubicBezTo>
                    <a:pt x="1799529" y="489560"/>
                    <a:pt x="1948837" y="638868"/>
                    <a:pt x="2135212" y="717698"/>
                  </a:cubicBezTo>
                  <a:lnTo>
                    <a:pt x="2162174" y="726067"/>
                  </a:lnTo>
                  <a:lnTo>
                    <a:pt x="2162174" y="726067"/>
                  </a:lnTo>
                  <a:lnTo>
                    <a:pt x="2281422" y="763084"/>
                  </a:lnTo>
                  <a:cubicBezTo>
                    <a:pt x="2332127" y="773460"/>
                    <a:pt x="2384627" y="778909"/>
                    <a:pt x="2438400" y="778909"/>
                  </a:cubicBezTo>
                  <a:lnTo>
                    <a:pt x="2438400" y="1053350"/>
                  </a:lnTo>
                  <a:cubicBezTo>
                    <a:pt x="2365681" y="1053350"/>
                    <a:pt x="2294683" y="1045981"/>
                    <a:pt x="2226113" y="1031950"/>
                  </a:cubicBezTo>
                  <a:lnTo>
                    <a:pt x="2162174" y="1015509"/>
                  </a:lnTo>
                  <a:lnTo>
                    <a:pt x="2162174" y="1015509"/>
                  </a:lnTo>
                  <a:lnTo>
                    <a:pt x="2125165" y="1005993"/>
                  </a:lnTo>
                  <a:cubicBezTo>
                    <a:pt x="1795329" y="903404"/>
                    <a:pt x="1534993" y="643068"/>
                    <a:pt x="1432404" y="313232"/>
                  </a:cubicBezTo>
                  <a:lnTo>
                    <a:pt x="1422888" y="276225"/>
                  </a:lnTo>
                  <a:lnTo>
                    <a:pt x="1422889" y="276225"/>
                  </a:lnTo>
                  <a:lnTo>
                    <a:pt x="1406448" y="212284"/>
                  </a:lnTo>
                  <a:cubicBezTo>
                    <a:pt x="1399433" y="177999"/>
                    <a:pt x="1394082" y="143107"/>
                    <a:pt x="1390486" y="107696"/>
                  </a:cubicBezTo>
                  <a:close/>
                  <a:moveTo>
                    <a:pt x="0" y="0"/>
                  </a:moveTo>
                  <a:lnTo>
                    <a:pt x="1385047" y="0"/>
                  </a:lnTo>
                  <a:lnTo>
                    <a:pt x="1390485" y="107696"/>
                  </a:lnTo>
                  <a:cubicBezTo>
                    <a:pt x="1394081" y="143107"/>
                    <a:pt x="1399432" y="177999"/>
                    <a:pt x="1406447" y="212284"/>
                  </a:cubicBezTo>
                  <a:lnTo>
                    <a:pt x="1422888" y="276225"/>
                  </a:lnTo>
                  <a:lnTo>
                    <a:pt x="0" y="27622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A6CB8D-0753-19D5-EDEE-2A5B0582CD33}"/>
                </a:ext>
              </a:extLst>
            </p:cNvPr>
            <p:cNvSpPr/>
            <p:nvPr/>
          </p:nvSpPr>
          <p:spPr>
            <a:xfrm rot="10800000">
              <a:off x="4876800" y="2438399"/>
              <a:ext cx="2438400" cy="2438401"/>
            </a:xfrm>
            <a:custGeom>
              <a:avLst/>
              <a:gdLst>
                <a:gd name="csX0" fmla="*/ 2162174 w 2438400"/>
                <a:gd name="csY0" fmla="*/ 1015509 h 2438401"/>
                <a:gd name="csX1" fmla="*/ 2226113 w 2438400"/>
                <a:gd name="csY1" fmla="*/ 1031950 h 2438401"/>
                <a:gd name="csX2" fmla="*/ 2438400 w 2438400"/>
                <a:gd name="csY2" fmla="*/ 1053350 h 2438401"/>
                <a:gd name="csX3" fmla="*/ 2438400 w 2438400"/>
                <a:gd name="csY3" fmla="*/ 2438401 h 2438401"/>
                <a:gd name="csX4" fmla="*/ 2162174 w 2438400"/>
                <a:gd name="csY4" fmla="*/ 2438401 h 2438401"/>
                <a:gd name="csX5" fmla="*/ 1385048 w 2438400"/>
                <a:gd name="csY5" fmla="*/ 0 h 2438401"/>
                <a:gd name="csX6" fmla="*/ 1659489 w 2438400"/>
                <a:gd name="csY6" fmla="*/ 0 h 2438401"/>
                <a:gd name="csX7" fmla="*/ 1663510 w 2438400"/>
                <a:gd name="csY7" fmla="*/ 79636 h 2438401"/>
                <a:gd name="csX8" fmla="*/ 1675314 w 2438400"/>
                <a:gd name="csY8" fmla="*/ 156975 h 2438401"/>
                <a:gd name="csX9" fmla="*/ 1712331 w 2438400"/>
                <a:gd name="csY9" fmla="*/ 276225 h 2438401"/>
                <a:gd name="csX10" fmla="*/ 1712330 w 2438400"/>
                <a:gd name="csY10" fmla="*/ 276225 h 2438401"/>
                <a:gd name="csX11" fmla="*/ 1720699 w 2438400"/>
                <a:gd name="csY11" fmla="*/ 303185 h 2438401"/>
                <a:gd name="csX12" fmla="*/ 2135212 w 2438400"/>
                <a:gd name="csY12" fmla="*/ 717698 h 2438401"/>
                <a:gd name="csX13" fmla="*/ 2162174 w 2438400"/>
                <a:gd name="csY13" fmla="*/ 726067 h 2438401"/>
                <a:gd name="csX14" fmla="*/ 2162174 w 2438400"/>
                <a:gd name="csY14" fmla="*/ 726067 h 2438401"/>
                <a:gd name="csX15" fmla="*/ 2281422 w 2438400"/>
                <a:gd name="csY15" fmla="*/ 763084 h 2438401"/>
                <a:gd name="csX16" fmla="*/ 2438400 w 2438400"/>
                <a:gd name="csY16" fmla="*/ 778909 h 2438401"/>
                <a:gd name="csX17" fmla="*/ 2438400 w 2438400"/>
                <a:gd name="csY17" fmla="*/ 1053350 h 2438401"/>
                <a:gd name="csX18" fmla="*/ 2226113 w 2438400"/>
                <a:gd name="csY18" fmla="*/ 1031950 h 2438401"/>
                <a:gd name="csX19" fmla="*/ 2162174 w 2438400"/>
                <a:gd name="csY19" fmla="*/ 1015509 h 2438401"/>
                <a:gd name="csX20" fmla="*/ 2162174 w 2438400"/>
                <a:gd name="csY20" fmla="*/ 1015509 h 2438401"/>
                <a:gd name="csX21" fmla="*/ 2125165 w 2438400"/>
                <a:gd name="csY21" fmla="*/ 1005993 h 2438401"/>
                <a:gd name="csX22" fmla="*/ 1432404 w 2438400"/>
                <a:gd name="csY22" fmla="*/ 313232 h 2438401"/>
                <a:gd name="csX23" fmla="*/ 1422888 w 2438400"/>
                <a:gd name="csY23" fmla="*/ 276225 h 2438401"/>
                <a:gd name="csX24" fmla="*/ 1422889 w 2438400"/>
                <a:gd name="csY24" fmla="*/ 276225 h 2438401"/>
                <a:gd name="csX25" fmla="*/ 1406448 w 2438400"/>
                <a:gd name="csY25" fmla="*/ 212284 h 2438401"/>
                <a:gd name="csX26" fmla="*/ 1390486 w 2438400"/>
                <a:gd name="csY26" fmla="*/ 107696 h 2438401"/>
                <a:gd name="csX27" fmla="*/ 0 w 2438400"/>
                <a:gd name="csY27" fmla="*/ 0 h 2438401"/>
                <a:gd name="csX28" fmla="*/ 1385047 w 2438400"/>
                <a:gd name="csY28" fmla="*/ 0 h 2438401"/>
                <a:gd name="csX29" fmla="*/ 1390485 w 2438400"/>
                <a:gd name="csY29" fmla="*/ 107696 h 2438401"/>
                <a:gd name="csX30" fmla="*/ 1406447 w 2438400"/>
                <a:gd name="csY30" fmla="*/ 212284 h 2438401"/>
                <a:gd name="csX31" fmla="*/ 1422888 w 2438400"/>
                <a:gd name="csY31" fmla="*/ 276225 h 2438401"/>
                <a:gd name="csX32" fmla="*/ 0 w 2438400"/>
                <a:gd name="csY32" fmla="*/ 276225 h 2438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438400" h="2438401">
                  <a:moveTo>
                    <a:pt x="2162174" y="1015509"/>
                  </a:moveTo>
                  <a:lnTo>
                    <a:pt x="2226113" y="1031950"/>
                  </a:lnTo>
                  <a:cubicBezTo>
                    <a:pt x="2294683" y="1045981"/>
                    <a:pt x="2365681" y="1053350"/>
                    <a:pt x="2438400" y="1053350"/>
                  </a:cubicBezTo>
                  <a:lnTo>
                    <a:pt x="2438400" y="2438401"/>
                  </a:lnTo>
                  <a:lnTo>
                    <a:pt x="2162174" y="2438401"/>
                  </a:lnTo>
                  <a:close/>
                  <a:moveTo>
                    <a:pt x="1385048" y="0"/>
                  </a:moveTo>
                  <a:lnTo>
                    <a:pt x="1659489" y="0"/>
                  </a:lnTo>
                  <a:lnTo>
                    <a:pt x="1663510" y="79636"/>
                  </a:lnTo>
                  <a:cubicBezTo>
                    <a:pt x="1666170" y="105821"/>
                    <a:pt x="1670126" y="131622"/>
                    <a:pt x="1675314" y="156975"/>
                  </a:cubicBezTo>
                  <a:lnTo>
                    <a:pt x="1712331" y="276225"/>
                  </a:lnTo>
                  <a:lnTo>
                    <a:pt x="1712330" y="276225"/>
                  </a:lnTo>
                  <a:lnTo>
                    <a:pt x="1720699" y="303185"/>
                  </a:lnTo>
                  <a:cubicBezTo>
                    <a:pt x="1799529" y="489560"/>
                    <a:pt x="1948837" y="638868"/>
                    <a:pt x="2135212" y="717698"/>
                  </a:cubicBezTo>
                  <a:lnTo>
                    <a:pt x="2162174" y="726067"/>
                  </a:lnTo>
                  <a:lnTo>
                    <a:pt x="2162174" y="726067"/>
                  </a:lnTo>
                  <a:lnTo>
                    <a:pt x="2281422" y="763084"/>
                  </a:lnTo>
                  <a:cubicBezTo>
                    <a:pt x="2332127" y="773460"/>
                    <a:pt x="2384627" y="778909"/>
                    <a:pt x="2438400" y="778909"/>
                  </a:cubicBezTo>
                  <a:lnTo>
                    <a:pt x="2438400" y="1053350"/>
                  </a:lnTo>
                  <a:cubicBezTo>
                    <a:pt x="2365681" y="1053350"/>
                    <a:pt x="2294683" y="1045981"/>
                    <a:pt x="2226113" y="1031950"/>
                  </a:cubicBezTo>
                  <a:lnTo>
                    <a:pt x="2162174" y="1015509"/>
                  </a:lnTo>
                  <a:lnTo>
                    <a:pt x="2162174" y="1015509"/>
                  </a:lnTo>
                  <a:lnTo>
                    <a:pt x="2125165" y="1005993"/>
                  </a:lnTo>
                  <a:cubicBezTo>
                    <a:pt x="1795329" y="903404"/>
                    <a:pt x="1534993" y="643068"/>
                    <a:pt x="1432404" y="313232"/>
                  </a:cubicBezTo>
                  <a:lnTo>
                    <a:pt x="1422888" y="276225"/>
                  </a:lnTo>
                  <a:lnTo>
                    <a:pt x="1422889" y="276225"/>
                  </a:lnTo>
                  <a:lnTo>
                    <a:pt x="1406448" y="212284"/>
                  </a:lnTo>
                  <a:cubicBezTo>
                    <a:pt x="1399433" y="177999"/>
                    <a:pt x="1394082" y="143107"/>
                    <a:pt x="1390486" y="107696"/>
                  </a:cubicBezTo>
                  <a:close/>
                  <a:moveTo>
                    <a:pt x="0" y="0"/>
                  </a:moveTo>
                  <a:lnTo>
                    <a:pt x="1385047" y="0"/>
                  </a:lnTo>
                  <a:lnTo>
                    <a:pt x="1390485" y="107696"/>
                  </a:lnTo>
                  <a:cubicBezTo>
                    <a:pt x="1394081" y="143107"/>
                    <a:pt x="1399432" y="177999"/>
                    <a:pt x="1406447" y="212284"/>
                  </a:cubicBezTo>
                  <a:lnTo>
                    <a:pt x="1422888" y="276225"/>
                  </a:lnTo>
                  <a:lnTo>
                    <a:pt x="0" y="27622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257E55-990A-DF82-E3A6-521F2B7E0371}"/>
                </a:ext>
              </a:extLst>
            </p:cNvPr>
            <p:cNvSpPr/>
            <p:nvPr/>
          </p:nvSpPr>
          <p:spPr>
            <a:xfrm rot="16200000">
              <a:off x="4876800" y="0"/>
              <a:ext cx="2438400" cy="2438401"/>
            </a:xfrm>
            <a:custGeom>
              <a:avLst/>
              <a:gdLst>
                <a:gd name="csX0" fmla="*/ 2162174 w 2438400"/>
                <a:gd name="csY0" fmla="*/ 1015509 h 2438401"/>
                <a:gd name="csX1" fmla="*/ 2226113 w 2438400"/>
                <a:gd name="csY1" fmla="*/ 1031950 h 2438401"/>
                <a:gd name="csX2" fmla="*/ 2438400 w 2438400"/>
                <a:gd name="csY2" fmla="*/ 1053350 h 2438401"/>
                <a:gd name="csX3" fmla="*/ 2438400 w 2438400"/>
                <a:gd name="csY3" fmla="*/ 2438401 h 2438401"/>
                <a:gd name="csX4" fmla="*/ 2162174 w 2438400"/>
                <a:gd name="csY4" fmla="*/ 2438401 h 2438401"/>
                <a:gd name="csX5" fmla="*/ 1385048 w 2438400"/>
                <a:gd name="csY5" fmla="*/ 0 h 2438401"/>
                <a:gd name="csX6" fmla="*/ 1659489 w 2438400"/>
                <a:gd name="csY6" fmla="*/ 0 h 2438401"/>
                <a:gd name="csX7" fmla="*/ 1663510 w 2438400"/>
                <a:gd name="csY7" fmla="*/ 79636 h 2438401"/>
                <a:gd name="csX8" fmla="*/ 1675314 w 2438400"/>
                <a:gd name="csY8" fmla="*/ 156975 h 2438401"/>
                <a:gd name="csX9" fmla="*/ 1712331 w 2438400"/>
                <a:gd name="csY9" fmla="*/ 276225 h 2438401"/>
                <a:gd name="csX10" fmla="*/ 1712330 w 2438400"/>
                <a:gd name="csY10" fmla="*/ 276225 h 2438401"/>
                <a:gd name="csX11" fmla="*/ 1720699 w 2438400"/>
                <a:gd name="csY11" fmla="*/ 303185 h 2438401"/>
                <a:gd name="csX12" fmla="*/ 2135212 w 2438400"/>
                <a:gd name="csY12" fmla="*/ 717698 h 2438401"/>
                <a:gd name="csX13" fmla="*/ 2162174 w 2438400"/>
                <a:gd name="csY13" fmla="*/ 726067 h 2438401"/>
                <a:gd name="csX14" fmla="*/ 2162174 w 2438400"/>
                <a:gd name="csY14" fmla="*/ 726067 h 2438401"/>
                <a:gd name="csX15" fmla="*/ 2281422 w 2438400"/>
                <a:gd name="csY15" fmla="*/ 763084 h 2438401"/>
                <a:gd name="csX16" fmla="*/ 2438400 w 2438400"/>
                <a:gd name="csY16" fmla="*/ 778909 h 2438401"/>
                <a:gd name="csX17" fmla="*/ 2438400 w 2438400"/>
                <a:gd name="csY17" fmla="*/ 1053350 h 2438401"/>
                <a:gd name="csX18" fmla="*/ 2226113 w 2438400"/>
                <a:gd name="csY18" fmla="*/ 1031950 h 2438401"/>
                <a:gd name="csX19" fmla="*/ 2162174 w 2438400"/>
                <a:gd name="csY19" fmla="*/ 1015509 h 2438401"/>
                <a:gd name="csX20" fmla="*/ 2162174 w 2438400"/>
                <a:gd name="csY20" fmla="*/ 1015509 h 2438401"/>
                <a:gd name="csX21" fmla="*/ 2125165 w 2438400"/>
                <a:gd name="csY21" fmla="*/ 1005993 h 2438401"/>
                <a:gd name="csX22" fmla="*/ 1432404 w 2438400"/>
                <a:gd name="csY22" fmla="*/ 313232 h 2438401"/>
                <a:gd name="csX23" fmla="*/ 1422888 w 2438400"/>
                <a:gd name="csY23" fmla="*/ 276225 h 2438401"/>
                <a:gd name="csX24" fmla="*/ 1422889 w 2438400"/>
                <a:gd name="csY24" fmla="*/ 276225 h 2438401"/>
                <a:gd name="csX25" fmla="*/ 1406448 w 2438400"/>
                <a:gd name="csY25" fmla="*/ 212284 h 2438401"/>
                <a:gd name="csX26" fmla="*/ 1390486 w 2438400"/>
                <a:gd name="csY26" fmla="*/ 107696 h 2438401"/>
                <a:gd name="csX27" fmla="*/ 0 w 2438400"/>
                <a:gd name="csY27" fmla="*/ 0 h 2438401"/>
                <a:gd name="csX28" fmla="*/ 1385047 w 2438400"/>
                <a:gd name="csY28" fmla="*/ 0 h 2438401"/>
                <a:gd name="csX29" fmla="*/ 1390485 w 2438400"/>
                <a:gd name="csY29" fmla="*/ 107696 h 2438401"/>
                <a:gd name="csX30" fmla="*/ 1406447 w 2438400"/>
                <a:gd name="csY30" fmla="*/ 212284 h 2438401"/>
                <a:gd name="csX31" fmla="*/ 1422888 w 2438400"/>
                <a:gd name="csY31" fmla="*/ 276225 h 2438401"/>
                <a:gd name="csX32" fmla="*/ 0 w 2438400"/>
                <a:gd name="csY32" fmla="*/ 276225 h 2438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438400" h="2438401">
                  <a:moveTo>
                    <a:pt x="2162174" y="1015509"/>
                  </a:moveTo>
                  <a:lnTo>
                    <a:pt x="2226113" y="1031950"/>
                  </a:lnTo>
                  <a:cubicBezTo>
                    <a:pt x="2294683" y="1045981"/>
                    <a:pt x="2365681" y="1053350"/>
                    <a:pt x="2438400" y="1053350"/>
                  </a:cubicBezTo>
                  <a:lnTo>
                    <a:pt x="2438400" y="2438401"/>
                  </a:lnTo>
                  <a:lnTo>
                    <a:pt x="2162174" y="2438401"/>
                  </a:lnTo>
                  <a:close/>
                  <a:moveTo>
                    <a:pt x="1385048" y="0"/>
                  </a:moveTo>
                  <a:lnTo>
                    <a:pt x="1659489" y="0"/>
                  </a:lnTo>
                  <a:lnTo>
                    <a:pt x="1663510" y="79636"/>
                  </a:lnTo>
                  <a:cubicBezTo>
                    <a:pt x="1666170" y="105821"/>
                    <a:pt x="1670126" y="131622"/>
                    <a:pt x="1675314" y="156975"/>
                  </a:cubicBezTo>
                  <a:lnTo>
                    <a:pt x="1712331" y="276225"/>
                  </a:lnTo>
                  <a:lnTo>
                    <a:pt x="1712330" y="276225"/>
                  </a:lnTo>
                  <a:lnTo>
                    <a:pt x="1720699" y="303185"/>
                  </a:lnTo>
                  <a:cubicBezTo>
                    <a:pt x="1799529" y="489560"/>
                    <a:pt x="1948837" y="638868"/>
                    <a:pt x="2135212" y="717698"/>
                  </a:cubicBezTo>
                  <a:lnTo>
                    <a:pt x="2162174" y="726067"/>
                  </a:lnTo>
                  <a:lnTo>
                    <a:pt x="2162174" y="726067"/>
                  </a:lnTo>
                  <a:lnTo>
                    <a:pt x="2281422" y="763084"/>
                  </a:lnTo>
                  <a:cubicBezTo>
                    <a:pt x="2332127" y="773460"/>
                    <a:pt x="2384627" y="778909"/>
                    <a:pt x="2438400" y="778909"/>
                  </a:cubicBezTo>
                  <a:lnTo>
                    <a:pt x="2438400" y="1053350"/>
                  </a:lnTo>
                  <a:cubicBezTo>
                    <a:pt x="2365681" y="1053350"/>
                    <a:pt x="2294683" y="1045981"/>
                    <a:pt x="2226113" y="1031950"/>
                  </a:cubicBezTo>
                  <a:lnTo>
                    <a:pt x="2162174" y="1015509"/>
                  </a:lnTo>
                  <a:lnTo>
                    <a:pt x="2162174" y="1015509"/>
                  </a:lnTo>
                  <a:lnTo>
                    <a:pt x="2125165" y="1005993"/>
                  </a:lnTo>
                  <a:cubicBezTo>
                    <a:pt x="1795329" y="903404"/>
                    <a:pt x="1534993" y="643068"/>
                    <a:pt x="1432404" y="313232"/>
                  </a:cubicBezTo>
                  <a:lnTo>
                    <a:pt x="1422888" y="276225"/>
                  </a:lnTo>
                  <a:lnTo>
                    <a:pt x="1422889" y="276225"/>
                  </a:lnTo>
                  <a:lnTo>
                    <a:pt x="1406448" y="212284"/>
                  </a:lnTo>
                  <a:cubicBezTo>
                    <a:pt x="1399433" y="177999"/>
                    <a:pt x="1394082" y="143107"/>
                    <a:pt x="1390486" y="107696"/>
                  </a:cubicBezTo>
                  <a:close/>
                  <a:moveTo>
                    <a:pt x="0" y="0"/>
                  </a:moveTo>
                  <a:lnTo>
                    <a:pt x="1385047" y="0"/>
                  </a:lnTo>
                  <a:lnTo>
                    <a:pt x="1390485" y="107696"/>
                  </a:lnTo>
                  <a:cubicBezTo>
                    <a:pt x="1394081" y="143107"/>
                    <a:pt x="1399432" y="177999"/>
                    <a:pt x="1406447" y="212284"/>
                  </a:cubicBezTo>
                  <a:lnTo>
                    <a:pt x="1422888" y="276225"/>
                  </a:lnTo>
                  <a:lnTo>
                    <a:pt x="0" y="27622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DAFC0B2-1987-CD97-9F8E-ECEC13F6C2C3}"/>
              </a:ext>
            </a:extLst>
          </p:cNvPr>
          <p:cNvSpPr/>
          <p:nvPr/>
        </p:nvSpPr>
        <p:spPr>
          <a:xfrm>
            <a:off x="-1" y="4876800"/>
            <a:ext cx="4876800" cy="4876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2FFF7-D666-36AC-2E9D-B53E0171ABC9}"/>
              </a:ext>
            </a:extLst>
          </p:cNvPr>
          <p:cNvSpPr/>
          <p:nvPr/>
        </p:nvSpPr>
        <p:spPr>
          <a:xfrm rot="5400000">
            <a:off x="4876799" y="4876800"/>
            <a:ext cx="4876800" cy="4876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62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CB3DAF4-8663-AF38-92E2-5294AEDBE13E}"/>
              </a:ext>
            </a:extLst>
          </p:cNvPr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  <a:solidFill>
            <a:schemeClr val="tx1"/>
          </a:solidFill>
        </p:grpSpPr>
        <p:sp>
          <p:nvSpPr>
            <p:cNvPr id="2" name="Circle: Hollow 1">
              <a:extLst>
                <a:ext uri="{FF2B5EF4-FFF2-40B4-BE49-F238E27FC236}">
                  <a16:creationId xmlns:a16="http://schemas.microsoft.com/office/drawing/2014/main" id="{3DB579B6-D864-88CF-51F1-416DC70268ED}"/>
                </a:ext>
              </a:extLst>
            </p:cNvPr>
            <p:cNvSpPr/>
            <p:nvPr/>
          </p:nvSpPr>
          <p:spPr>
            <a:xfrm>
              <a:off x="0" y="0"/>
              <a:ext cx="4876800" cy="4876800"/>
            </a:xfrm>
            <a:prstGeom prst="donut">
              <a:avLst>
                <a:gd name="adj" fmla="val 42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55C4B68-6049-ADAA-FF82-2386D47BD36C}"/>
                </a:ext>
              </a:extLst>
            </p:cNvPr>
            <p:cNvGrpSpPr/>
            <p:nvPr/>
          </p:nvGrpSpPr>
          <p:grpSpPr>
            <a:xfrm>
              <a:off x="2263140" y="99060"/>
              <a:ext cx="350520" cy="4635818"/>
              <a:chOff x="2263140" y="99060"/>
              <a:chExt cx="350520" cy="4635818"/>
            </a:xfrm>
            <a:grpFill/>
          </p:grpSpPr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D578E62F-9CFB-4EA6-E870-F0E56ED9B5A5}"/>
                  </a:ext>
                </a:extLst>
              </p:cNvPr>
              <p:cNvSpPr/>
              <p:nvPr/>
            </p:nvSpPr>
            <p:spPr>
              <a:xfrm rot="10800000">
                <a:off x="2263140" y="99060"/>
                <a:ext cx="350520" cy="5638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Isosceles Triangle 5">
                <a:extLst>
                  <a:ext uri="{FF2B5EF4-FFF2-40B4-BE49-F238E27FC236}">
                    <a16:creationId xmlns:a16="http://schemas.microsoft.com/office/drawing/2014/main" id="{C3EBEBFA-5494-EE1D-2906-092209E8666A}"/>
                  </a:ext>
                </a:extLst>
              </p:cNvPr>
              <p:cNvSpPr/>
              <p:nvPr/>
            </p:nvSpPr>
            <p:spPr>
              <a:xfrm>
                <a:off x="2263140" y="4170998"/>
                <a:ext cx="350520" cy="5638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CE6833-B5E9-3BA3-AD4E-F2FB81D9621B}"/>
                </a:ext>
              </a:extLst>
            </p:cNvPr>
            <p:cNvGrpSpPr/>
            <p:nvPr/>
          </p:nvGrpSpPr>
          <p:grpSpPr>
            <a:xfrm rot="5400000">
              <a:off x="2257425" y="120491"/>
              <a:ext cx="350520" cy="4635818"/>
              <a:chOff x="2263140" y="99060"/>
              <a:chExt cx="350520" cy="4635818"/>
            </a:xfrm>
            <a:grpFill/>
          </p:grpSpPr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D8590A39-5DE4-A507-CB6C-CA7B66560203}"/>
                  </a:ext>
                </a:extLst>
              </p:cNvPr>
              <p:cNvSpPr/>
              <p:nvPr/>
            </p:nvSpPr>
            <p:spPr>
              <a:xfrm rot="10800000">
                <a:off x="2263140" y="99060"/>
                <a:ext cx="350520" cy="5638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6BE82C90-30BC-6498-6346-31062027060A}"/>
                  </a:ext>
                </a:extLst>
              </p:cNvPr>
              <p:cNvSpPr/>
              <p:nvPr/>
            </p:nvSpPr>
            <p:spPr>
              <a:xfrm>
                <a:off x="2263140" y="4170998"/>
                <a:ext cx="350520" cy="56388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0C46B9-4E45-8362-37CE-9B159BE1883C}"/>
              </a:ext>
            </a:extLst>
          </p:cNvPr>
          <p:cNvGrpSpPr/>
          <p:nvPr/>
        </p:nvGrpSpPr>
        <p:grpSpPr>
          <a:xfrm>
            <a:off x="350520" y="356234"/>
            <a:ext cx="4164330" cy="4164330"/>
            <a:chOff x="350520" y="356234"/>
            <a:chExt cx="4164330" cy="416433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646903-2B66-61CD-3FBD-50116CD475D4}"/>
                </a:ext>
              </a:extLst>
            </p:cNvPr>
            <p:cNvGrpSpPr/>
            <p:nvPr/>
          </p:nvGrpSpPr>
          <p:grpSpPr>
            <a:xfrm>
              <a:off x="350520" y="356234"/>
              <a:ext cx="4164330" cy="4164330"/>
              <a:chOff x="350520" y="356234"/>
              <a:chExt cx="4164330" cy="4164330"/>
            </a:xfrm>
          </p:grpSpPr>
          <p:sp>
            <p:nvSpPr>
              <p:cNvPr id="12" name="Block Arc 11">
                <a:extLst>
                  <a:ext uri="{FF2B5EF4-FFF2-40B4-BE49-F238E27FC236}">
                    <a16:creationId xmlns:a16="http://schemas.microsoft.com/office/drawing/2014/main" id="{4524292D-52F9-6435-BA2D-146D1B6AB220}"/>
                  </a:ext>
                </a:extLst>
              </p:cNvPr>
              <p:cNvSpPr/>
              <p:nvPr/>
            </p:nvSpPr>
            <p:spPr>
              <a:xfrm>
                <a:off x="350520" y="356234"/>
                <a:ext cx="4164330" cy="4164330"/>
              </a:xfrm>
              <a:prstGeom prst="blockArc">
                <a:avLst>
                  <a:gd name="adj1" fmla="val 16634571"/>
                  <a:gd name="adj2" fmla="val 21206944"/>
                  <a:gd name="adj3" fmla="val 8566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846A3CE5-73E4-855A-82D1-53033294535F}"/>
                  </a:ext>
                </a:extLst>
              </p:cNvPr>
              <p:cNvSpPr/>
              <p:nvPr/>
            </p:nvSpPr>
            <p:spPr>
              <a:xfrm rot="10800000">
                <a:off x="350520" y="356234"/>
                <a:ext cx="4164330" cy="4164330"/>
              </a:xfrm>
              <a:prstGeom prst="blockArc">
                <a:avLst>
                  <a:gd name="adj1" fmla="val 16634571"/>
                  <a:gd name="adj2" fmla="val 21206944"/>
                  <a:gd name="adj3" fmla="val 8566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06602-A77C-10CD-70DF-3843BFAE3771}"/>
                </a:ext>
              </a:extLst>
            </p:cNvPr>
            <p:cNvGrpSpPr/>
            <p:nvPr/>
          </p:nvGrpSpPr>
          <p:grpSpPr>
            <a:xfrm rot="5400000">
              <a:off x="350520" y="356234"/>
              <a:ext cx="4164330" cy="4164330"/>
              <a:chOff x="350520" y="356234"/>
              <a:chExt cx="4164330" cy="4164330"/>
            </a:xfrm>
          </p:grpSpPr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0DA38049-DAF9-EF0C-5BE4-1A8BE348C033}"/>
                  </a:ext>
                </a:extLst>
              </p:cNvPr>
              <p:cNvSpPr/>
              <p:nvPr/>
            </p:nvSpPr>
            <p:spPr>
              <a:xfrm>
                <a:off x="350520" y="356234"/>
                <a:ext cx="4164330" cy="4164330"/>
              </a:xfrm>
              <a:prstGeom prst="blockArc">
                <a:avLst>
                  <a:gd name="adj1" fmla="val 16634571"/>
                  <a:gd name="adj2" fmla="val 21206944"/>
                  <a:gd name="adj3" fmla="val 8566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D6D2499B-D6AE-11C5-6B3D-6903EB8A7F73}"/>
                  </a:ext>
                </a:extLst>
              </p:cNvPr>
              <p:cNvSpPr/>
              <p:nvPr/>
            </p:nvSpPr>
            <p:spPr>
              <a:xfrm rot="10800000">
                <a:off x="350520" y="356234"/>
                <a:ext cx="4164330" cy="4164330"/>
              </a:xfrm>
              <a:prstGeom prst="blockArc">
                <a:avLst>
                  <a:gd name="adj1" fmla="val 16634571"/>
                  <a:gd name="adj2" fmla="val 21206944"/>
                  <a:gd name="adj3" fmla="val 8566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F939B0-0B2D-3D77-3D37-01B0DA46AD86}"/>
              </a:ext>
            </a:extLst>
          </p:cNvPr>
          <p:cNvGrpSpPr/>
          <p:nvPr/>
        </p:nvGrpSpPr>
        <p:grpSpPr>
          <a:xfrm>
            <a:off x="0" y="4876799"/>
            <a:ext cx="9753600" cy="4876801"/>
            <a:chOff x="0" y="4876799"/>
            <a:chExt cx="9753600" cy="4876801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CE90E667-EC19-2FF5-9EBE-1C96CE421C90}"/>
                </a:ext>
              </a:extLst>
            </p:cNvPr>
            <p:cNvSpPr/>
            <p:nvPr/>
          </p:nvSpPr>
          <p:spPr>
            <a:xfrm rot="2700000">
              <a:off x="3557719" y="6001835"/>
              <a:ext cx="2626730" cy="2626730"/>
            </a:xfrm>
            <a:prstGeom prst="fram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ectangle: Diagonal Corners Snipped 14">
              <a:extLst>
                <a:ext uri="{FF2B5EF4-FFF2-40B4-BE49-F238E27FC236}">
                  <a16:creationId xmlns:a16="http://schemas.microsoft.com/office/drawing/2014/main" id="{6196D6F6-F456-BDA1-BB9F-124D06B41322}"/>
                </a:ext>
              </a:extLst>
            </p:cNvPr>
            <p:cNvSpPr/>
            <p:nvPr/>
          </p:nvSpPr>
          <p:spPr>
            <a:xfrm>
              <a:off x="218523" y="7139942"/>
              <a:ext cx="3277712" cy="350518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ectangle: Diagonal Corners Snipped 22">
              <a:extLst>
                <a:ext uri="{FF2B5EF4-FFF2-40B4-BE49-F238E27FC236}">
                  <a16:creationId xmlns:a16="http://schemas.microsoft.com/office/drawing/2014/main" id="{2CB364CE-E61E-1FC4-3214-4A97BDD85903}"/>
                </a:ext>
              </a:extLst>
            </p:cNvPr>
            <p:cNvSpPr/>
            <p:nvPr/>
          </p:nvSpPr>
          <p:spPr>
            <a:xfrm>
              <a:off x="6245933" y="7139941"/>
              <a:ext cx="3277712" cy="350518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E95506-1DAE-9784-BCC2-5D5194120768}"/>
                </a:ext>
              </a:extLst>
            </p:cNvPr>
            <p:cNvSpPr/>
            <p:nvPr/>
          </p:nvSpPr>
          <p:spPr>
            <a:xfrm>
              <a:off x="0" y="4876799"/>
              <a:ext cx="9753600" cy="48768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082256-F48F-C51D-E993-08ADF91B50A1}"/>
              </a:ext>
            </a:extLst>
          </p:cNvPr>
          <p:cNvGrpSpPr/>
          <p:nvPr/>
        </p:nvGrpSpPr>
        <p:grpSpPr>
          <a:xfrm>
            <a:off x="0" y="4876799"/>
            <a:ext cx="9753600" cy="4876801"/>
            <a:chOff x="0" y="4876799"/>
            <a:chExt cx="9753600" cy="4876801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B9A1BF94-D5F9-D62B-4CAC-FA845689DD70}"/>
                </a:ext>
              </a:extLst>
            </p:cNvPr>
            <p:cNvSpPr/>
            <p:nvPr/>
          </p:nvSpPr>
          <p:spPr>
            <a:xfrm>
              <a:off x="3777390" y="6221506"/>
              <a:ext cx="2187388" cy="218738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9D2A3F-1D4E-9A0C-90ED-FA06EC8F067E}"/>
                </a:ext>
              </a:extLst>
            </p:cNvPr>
            <p:cNvSpPr/>
            <p:nvPr/>
          </p:nvSpPr>
          <p:spPr>
            <a:xfrm>
              <a:off x="0" y="4876799"/>
              <a:ext cx="9753600" cy="48768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739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CEB17E"/>
      </a:accent1>
      <a:accent2>
        <a:srgbClr val="4D6ED7"/>
      </a:accent2>
      <a:accent3>
        <a:srgbClr val="D24646"/>
      </a:accent3>
      <a:accent4>
        <a:srgbClr val="5CC670"/>
      </a:accent4>
      <a:accent5>
        <a:srgbClr val="6E97B0"/>
      </a:accent5>
      <a:accent6>
        <a:srgbClr val="F5ADC8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2</Words>
  <Application>Microsoft Office PowerPoint</Application>
  <PresentationFormat>Custom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Pretendard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 박</dc:creator>
  <cp:lastModifiedBy>강 박</cp:lastModifiedBy>
  <cp:revision>18</cp:revision>
  <dcterms:created xsi:type="dcterms:W3CDTF">2026-08-04T06:07:04Z</dcterms:created>
  <dcterms:modified xsi:type="dcterms:W3CDTF">2026-08-05T12:31:43Z</dcterms:modified>
</cp:coreProperties>
</file>
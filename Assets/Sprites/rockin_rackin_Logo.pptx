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</p:sldIdLst>
  <p:sldSz cx="9753600" cy="9753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3390" y="10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1596249"/>
            <a:ext cx="8290560" cy="3395698"/>
          </a:xfrm>
        </p:spPr>
        <p:txBody>
          <a:bodyPr anchor="b"/>
          <a:lstStyle>
            <a:lvl1pPr algn="ctr">
              <a:defRPr sz="6400"/>
            </a:lvl1pPr>
          </a:lstStyle>
          <a:p>
            <a:r>
              <a:rPr lang="en-US" altLang="ko-KR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19200" y="5122898"/>
            <a:ext cx="7315200" cy="2354862"/>
          </a:xfrm>
        </p:spPr>
        <p:txBody>
          <a:bodyPr/>
          <a:lstStyle>
            <a:lvl1pPr marL="0" indent="0" algn="ctr">
              <a:buNone/>
              <a:defRPr sz="2560"/>
            </a:lvl1pPr>
            <a:lvl2pPr marL="487695" indent="0" algn="ctr">
              <a:buNone/>
              <a:defRPr sz="2133"/>
            </a:lvl2pPr>
            <a:lvl3pPr marL="975390" indent="0" algn="ctr">
              <a:buNone/>
              <a:defRPr sz="1920"/>
            </a:lvl3pPr>
            <a:lvl4pPr marL="1463086" indent="0" algn="ctr">
              <a:buNone/>
              <a:defRPr sz="1707"/>
            </a:lvl4pPr>
            <a:lvl5pPr marL="1950781" indent="0" algn="ctr">
              <a:buNone/>
              <a:defRPr sz="1707"/>
            </a:lvl5pPr>
            <a:lvl6pPr marL="2438476" indent="0" algn="ctr">
              <a:buNone/>
              <a:defRPr sz="1707"/>
            </a:lvl6pPr>
            <a:lvl7pPr marL="2926171" indent="0" algn="ctr">
              <a:buNone/>
              <a:defRPr sz="1707"/>
            </a:lvl7pPr>
            <a:lvl8pPr marL="3413867" indent="0" algn="ctr">
              <a:buNone/>
              <a:defRPr sz="1707"/>
            </a:lvl8pPr>
            <a:lvl9pPr marL="3901562" indent="0" algn="ctr">
              <a:buNone/>
              <a:defRPr sz="1707"/>
            </a:lvl9pPr>
          </a:lstStyle>
          <a:p>
            <a:r>
              <a:rPr lang="en-US" altLang="ko-KR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AED35-DFB6-4BA2-A5B6-52D99E578295}" type="datetimeFigureOut">
              <a:rPr lang="ko-KR" altLang="en-US" smtClean="0"/>
              <a:t>2026-08-05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202D6D-5B49-43C9-BAAD-59E1DE86B4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34188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AED35-DFB6-4BA2-A5B6-52D99E578295}" type="datetimeFigureOut">
              <a:rPr lang="ko-KR" altLang="en-US" smtClean="0"/>
              <a:t>2026-08-05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202D6D-5B49-43C9-BAAD-59E1DE86B4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56858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5481" y="2431629"/>
            <a:ext cx="8412480" cy="4057226"/>
          </a:xfrm>
        </p:spPr>
        <p:txBody>
          <a:bodyPr anchor="b"/>
          <a:lstStyle>
            <a:lvl1pPr>
              <a:defRPr sz="6400"/>
            </a:lvl1pPr>
          </a:lstStyle>
          <a:p>
            <a:r>
              <a:rPr lang="en-US" altLang="ko-KR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5481" y="6527239"/>
            <a:ext cx="8412480" cy="2133599"/>
          </a:xfrm>
        </p:spPr>
        <p:txBody>
          <a:bodyPr/>
          <a:lstStyle>
            <a:lvl1pPr marL="0" indent="0">
              <a:buNone/>
              <a:defRPr sz="2560">
                <a:solidFill>
                  <a:schemeClr val="tx1">
                    <a:tint val="82000"/>
                  </a:schemeClr>
                </a:solidFill>
              </a:defRPr>
            </a:lvl1pPr>
            <a:lvl2pPr marL="487695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2pPr>
            <a:lvl3pPr marL="97539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3pPr>
            <a:lvl4pPr marL="1463086" indent="0">
              <a:buNone/>
              <a:defRPr sz="1707">
                <a:solidFill>
                  <a:schemeClr val="tx1">
                    <a:tint val="82000"/>
                  </a:schemeClr>
                </a:solidFill>
              </a:defRPr>
            </a:lvl4pPr>
            <a:lvl5pPr marL="1950781" indent="0">
              <a:buNone/>
              <a:defRPr sz="1707">
                <a:solidFill>
                  <a:schemeClr val="tx1">
                    <a:tint val="82000"/>
                  </a:schemeClr>
                </a:solidFill>
              </a:defRPr>
            </a:lvl5pPr>
            <a:lvl6pPr marL="2438476" indent="0">
              <a:buNone/>
              <a:defRPr sz="1707">
                <a:solidFill>
                  <a:schemeClr val="tx1">
                    <a:tint val="82000"/>
                  </a:schemeClr>
                </a:solidFill>
              </a:defRPr>
            </a:lvl6pPr>
            <a:lvl7pPr marL="2926171" indent="0">
              <a:buNone/>
              <a:defRPr sz="1707">
                <a:solidFill>
                  <a:schemeClr val="tx1">
                    <a:tint val="82000"/>
                  </a:schemeClr>
                </a:solidFill>
              </a:defRPr>
            </a:lvl7pPr>
            <a:lvl8pPr marL="3413867" indent="0">
              <a:buNone/>
              <a:defRPr sz="1707">
                <a:solidFill>
                  <a:schemeClr val="tx1">
                    <a:tint val="82000"/>
                  </a:schemeClr>
                </a:solidFill>
              </a:defRPr>
            </a:lvl8pPr>
            <a:lvl9pPr marL="3901562" indent="0">
              <a:buNone/>
              <a:defRPr sz="170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AED35-DFB6-4BA2-A5B6-52D99E578295}" type="datetimeFigureOut">
              <a:rPr lang="ko-KR" altLang="en-US" smtClean="0"/>
              <a:t>2026-08-05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202D6D-5B49-43C9-BAAD-59E1DE86B4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86438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0560" y="2596444"/>
            <a:ext cx="4145280" cy="6188570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37760" y="2596444"/>
            <a:ext cx="4145280" cy="6188570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AED35-DFB6-4BA2-A5B6-52D99E578295}" type="datetimeFigureOut">
              <a:rPr lang="ko-KR" altLang="en-US" smtClean="0"/>
              <a:t>2026-08-05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202D6D-5B49-43C9-BAAD-59E1DE86B4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10031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1830" y="519291"/>
            <a:ext cx="8412480" cy="1885245"/>
          </a:xfrm>
        </p:spPr>
        <p:txBody>
          <a:bodyPr/>
          <a:lstStyle/>
          <a:p>
            <a:r>
              <a:rPr lang="en-US" altLang="ko-KR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1832" y="2390987"/>
            <a:ext cx="4126229" cy="1171786"/>
          </a:xfrm>
        </p:spPr>
        <p:txBody>
          <a:bodyPr anchor="b"/>
          <a:lstStyle>
            <a:lvl1pPr marL="0" indent="0">
              <a:buNone/>
              <a:defRPr sz="2560" b="1"/>
            </a:lvl1pPr>
            <a:lvl2pPr marL="487695" indent="0">
              <a:buNone/>
              <a:defRPr sz="2133" b="1"/>
            </a:lvl2pPr>
            <a:lvl3pPr marL="975390" indent="0">
              <a:buNone/>
              <a:defRPr sz="1920" b="1"/>
            </a:lvl3pPr>
            <a:lvl4pPr marL="1463086" indent="0">
              <a:buNone/>
              <a:defRPr sz="1707" b="1"/>
            </a:lvl4pPr>
            <a:lvl5pPr marL="1950781" indent="0">
              <a:buNone/>
              <a:defRPr sz="1707" b="1"/>
            </a:lvl5pPr>
            <a:lvl6pPr marL="2438476" indent="0">
              <a:buNone/>
              <a:defRPr sz="1707" b="1"/>
            </a:lvl6pPr>
            <a:lvl7pPr marL="2926171" indent="0">
              <a:buNone/>
              <a:defRPr sz="1707" b="1"/>
            </a:lvl7pPr>
            <a:lvl8pPr marL="3413867" indent="0">
              <a:buNone/>
              <a:defRPr sz="1707" b="1"/>
            </a:lvl8pPr>
            <a:lvl9pPr marL="3901562" indent="0">
              <a:buNone/>
              <a:defRPr sz="1707" b="1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1832" y="3562773"/>
            <a:ext cx="4126229" cy="5240303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937761" y="2390987"/>
            <a:ext cx="4146550" cy="1171786"/>
          </a:xfrm>
        </p:spPr>
        <p:txBody>
          <a:bodyPr anchor="b"/>
          <a:lstStyle>
            <a:lvl1pPr marL="0" indent="0">
              <a:buNone/>
              <a:defRPr sz="2560" b="1"/>
            </a:lvl1pPr>
            <a:lvl2pPr marL="487695" indent="0">
              <a:buNone/>
              <a:defRPr sz="2133" b="1"/>
            </a:lvl2pPr>
            <a:lvl3pPr marL="975390" indent="0">
              <a:buNone/>
              <a:defRPr sz="1920" b="1"/>
            </a:lvl3pPr>
            <a:lvl4pPr marL="1463086" indent="0">
              <a:buNone/>
              <a:defRPr sz="1707" b="1"/>
            </a:lvl4pPr>
            <a:lvl5pPr marL="1950781" indent="0">
              <a:buNone/>
              <a:defRPr sz="1707" b="1"/>
            </a:lvl5pPr>
            <a:lvl6pPr marL="2438476" indent="0">
              <a:buNone/>
              <a:defRPr sz="1707" b="1"/>
            </a:lvl6pPr>
            <a:lvl7pPr marL="2926171" indent="0">
              <a:buNone/>
              <a:defRPr sz="1707" b="1"/>
            </a:lvl7pPr>
            <a:lvl8pPr marL="3413867" indent="0">
              <a:buNone/>
              <a:defRPr sz="1707" b="1"/>
            </a:lvl8pPr>
            <a:lvl9pPr marL="3901562" indent="0">
              <a:buNone/>
              <a:defRPr sz="1707" b="1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937761" y="3562773"/>
            <a:ext cx="4146550" cy="5240303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AED35-DFB6-4BA2-A5B6-52D99E578295}" type="datetimeFigureOut">
              <a:rPr lang="ko-KR" altLang="en-US" smtClean="0"/>
              <a:t>2026-08-05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202D6D-5B49-43C9-BAAD-59E1DE86B4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28453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AED35-DFB6-4BA2-A5B6-52D99E578295}" type="datetimeFigureOut">
              <a:rPr lang="ko-KR" altLang="en-US" smtClean="0"/>
              <a:t>2026-08-05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202D6D-5B49-43C9-BAAD-59E1DE86B4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6190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AED35-DFB6-4BA2-A5B6-52D99E578295}" type="datetimeFigureOut">
              <a:rPr lang="ko-KR" altLang="en-US" smtClean="0"/>
              <a:t>2026-08-05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202D6D-5B49-43C9-BAAD-59E1DE86B4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95601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1830" y="650240"/>
            <a:ext cx="3145790" cy="2275840"/>
          </a:xfrm>
        </p:spPr>
        <p:txBody>
          <a:bodyPr anchor="b"/>
          <a:lstStyle>
            <a:lvl1pPr>
              <a:defRPr sz="3413"/>
            </a:lvl1pPr>
          </a:lstStyle>
          <a:p>
            <a:r>
              <a:rPr lang="en-US" altLang="ko-KR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46550" y="1404340"/>
            <a:ext cx="4937760" cy="6931378"/>
          </a:xfrm>
        </p:spPr>
        <p:txBody>
          <a:bodyPr/>
          <a:lstStyle>
            <a:lvl1pPr>
              <a:defRPr sz="3413"/>
            </a:lvl1pPr>
            <a:lvl2pPr>
              <a:defRPr sz="2987"/>
            </a:lvl2pPr>
            <a:lvl3pPr>
              <a:defRPr sz="256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1830" y="2926080"/>
            <a:ext cx="3145790" cy="5420925"/>
          </a:xfrm>
        </p:spPr>
        <p:txBody>
          <a:bodyPr/>
          <a:lstStyle>
            <a:lvl1pPr marL="0" indent="0">
              <a:buNone/>
              <a:defRPr sz="1707"/>
            </a:lvl1pPr>
            <a:lvl2pPr marL="487695" indent="0">
              <a:buNone/>
              <a:defRPr sz="1493"/>
            </a:lvl2pPr>
            <a:lvl3pPr marL="975390" indent="0">
              <a:buNone/>
              <a:defRPr sz="1280"/>
            </a:lvl3pPr>
            <a:lvl4pPr marL="1463086" indent="0">
              <a:buNone/>
              <a:defRPr sz="1067"/>
            </a:lvl4pPr>
            <a:lvl5pPr marL="1950781" indent="0">
              <a:buNone/>
              <a:defRPr sz="1067"/>
            </a:lvl5pPr>
            <a:lvl6pPr marL="2438476" indent="0">
              <a:buNone/>
              <a:defRPr sz="1067"/>
            </a:lvl6pPr>
            <a:lvl7pPr marL="2926171" indent="0">
              <a:buNone/>
              <a:defRPr sz="1067"/>
            </a:lvl7pPr>
            <a:lvl8pPr marL="3413867" indent="0">
              <a:buNone/>
              <a:defRPr sz="1067"/>
            </a:lvl8pPr>
            <a:lvl9pPr marL="3901562" indent="0">
              <a:buNone/>
              <a:defRPr sz="1067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AED35-DFB6-4BA2-A5B6-52D99E578295}" type="datetimeFigureOut">
              <a:rPr lang="ko-KR" altLang="en-US" smtClean="0"/>
              <a:t>2026-08-05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202D6D-5B49-43C9-BAAD-59E1DE86B4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1904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1830" y="650240"/>
            <a:ext cx="3145790" cy="2275840"/>
          </a:xfrm>
        </p:spPr>
        <p:txBody>
          <a:bodyPr anchor="b"/>
          <a:lstStyle>
            <a:lvl1pPr>
              <a:defRPr sz="3413"/>
            </a:lvl1pPr>
          </a:lstStyle>
          <a:p>
            <a:r>
              <a:rPr lang="en-US" altLang="ko-KR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146550" y="1404340"/>
            <a:ext cx="4937760" cy="6931378"/>
          </a:xfrm>
        </p:spPr>
        <p:txBody>
          <a:bodyPr anchor="t"/>
          <a:lstStyle>
            <a:lvl1pPr marL="0" indent="0">
              <a:buNone/>
              <a:defRPr sz="3413"/>
            </a:lvl1pPr>
            <a:lvl2pPr marL="487695" indent="0">
              <a:buNone/>
              <a:defRPr sz="2987"/>
            </a:lvl2pPr>
            <a:lvl3pPr marL="975390" indent="0">
              <a:buNone/>
              <a:defRPr sz="2560"/>
            </a:lvl3pPr>
            <a:lvl4pPr marL="1463086" indent="0">
              <a:buNone/>
              <a:defRPr sz="2133"/>
            </a:lvl4pPr>
            <a:lvl5pPr marL="1950781" indent="0">
              <a:buNone/>
              <a:defRPr sz="2133"/>
            </a:lvl5pPr>
            <a:lvl6pPr marL="2438476" indent="0">
              <a:buNone/>
              <a:defRPr sz="2133"/>
            </a:lvl6pPr>
            <a:lvl7pPr marL="2926171" indent="0">
              <a:buNone/>
              <a:defRPr sz="2133"/>
            </a:lvl7pPr>
            <a:lvl8pPr marL="3413867" indent="0">
              <a:buNone/>
              <a:defRPr sz="2133"/>
            </a:lvl8pPr>
            <a:lvl9pPr marL="3901562" indent="0">
              <a:buNone/>
              <a:defRPr sz="2133"/>
            </a:lvl9pPr>
          </a:lstStyle>
          <a:p>
            <a:r>
              <a:rPr lang="en-US" altLang="ko-KR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1830" y="2926080"/>
            <a:ext cx="3145790" cy="5420925"/>
          </a:xfrm>
        </p:spPr>
        <p:txBody>
          <a:bodyPr/>
          <a:lstStyle>
            <a:lvl1pPr marL="0" indent="0">
              <a:buNone/>
              <a:defRPr sz="1707"/>
            </a:lvl1pPr>
            <a:lvl2pPr marL="487695" indent="0">
              <a:buNone/>
              <a:defRPr sz="1493"/>
            </a:lvl2pPr>
            <a:lvl3pPr marL="975390" indent="0">
              <a:buNone/>
              <a:defRPr sz="1280"/>
            </a:lvl3pPr>
            <a:lvl4pPr marL="1463086" indent="0">
              <a:buNone/>
              <a:defRPr sz="1067"/>
            </a:lvl4pPr>
            <a:lvl5pPr marL="1950781" indent="0">
              <a:buNone/>
              <a:defRPr sz="1067"/>
            </a:lvl5pPr>
            <a:lvl6pPr marL="2438476" indent="0">
              <a:buNone/>
              <a:defRPr sz="1067"/>
            </a:lvl6pPr>
            <a:lvl7pPr marL="2926171" indent="0">
              <a:buNone/>
              <a:defRPr sz="1067"/>
            </a:lvl7pPr>
            <a:lvl8pPr marL="3413867" indent="0">
              <a:buNone/>
              <a:defRPr sz="1067"/>
            </a:lvl8pPr>
            <a:lvl9pPr marL="3901562" indent="0">
              <a:buNone/>
              <a:defRPr sz="1067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AED35-DFB6-4BA2-A5B6-52D99E578295}" type="datetimeFigureOut">
              <a:rPr lang="ko-KR" altLang="en-US" smtClean="0"/>
              <a:t>2026-08-05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202D6D-5B49-43C9-BAAD-59E1DE86B4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94286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AED35-DFB6-4BA2-A5B6-52D99E578295}" type="datetimeFigureOut">
              <a:rPr lang="ko-KR" altLang="en-US" smtClean="0"/>
              <a:t>2026-08-05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202D6D-5B49-43C9-BAAD-59E1DE86B4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76610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979921" y="519289"/>
            <a:ext cx="2103120" cy="8265725"/>
          </a:xfrm>
        </p:spPr>
        <p:txBody>
          <a:bodyPr vert="eaVert"/>
          <a:lstStyle/>
          <a:p>
            <a:r>
              <a:rPr lang="en-US" altLang="ko-KR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0561" y="519289"/>
            <a:ext cx="6187440" cy="8265725"/>
          </a:xfrm>
        </p:spPr>
        <p:txBody>
          <a:bodyPr vert="eaVert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AED35-DFB6-4BA2-A5B6-52D99E578295}" type="datetimeFigureOut">
              <a:rPr lang="ko-KR" altLang="en-US" smtClean="0"/>
              <a:t>2026-08-05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202D6D-5B49-43C9-BAAD-59E1DE86B4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29363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0560" y="519291"/>
            <a:ext cx="8412480" cy="18852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ko-KR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0560" y="2596444"/>
            <a:ext cx="8412480" cy="61885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70560" y="9040144"/>
            <a:ext cx="2194560" cy="5192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DAED35-DFB6-4BA2-A5B6-52D99E578295}" type="datetimeFigureOut">
              <a:rPr lang="ko-KR" altLang="en-US" smtClean="0"/>
              <a:t>2026-08-05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30880" y="9040144"/>
            <a:ext cx="3291840" cy="5192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888480" y="9040144"/>
            <a:ext cx="2194560" cy="5192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202D6D-5B49-43C9-BAAD-59E1DE86B4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003834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75390" rtl="0" eaLnBrk="1" latinLnBrk="1" hangingPunct="1">
        <a:lnSpc>
          <a:spcPct val="90000"/>
        </a:lnSpc>
        <a:spcBef>
          <a:spcPct val="0"/>
        </a:spcBef>
        <a:buNone/>
        <a:defRPr sz="469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43848" indent="-243848" algn="l" defTabSz="975390" rtl="0" eaLnBrk="1" latinLnBrk="1" hangingPunct="1">
        <a:lnSpc>
          <a:spcPct val="90000"/>
        </a:lnSpc>
        <a:spcBef>
          <a:spcPts val="1067"/>
        </a:spcBef>
        <a:buFont typeface="Arial" panose="020B0604020202020204" pitchFamily="34" charset="0"/>
        <a:buChar char="•"/>
        <a:defRPr sz="2987" kern="1200">
          <a:solidFill>
            <a:schemeClr val="tx1"/>
          </a:solidFill>
          <a:latin typeface="+mn-lt"/>
          <a:ea typeface="+mn-ea"/>
          <a:cs typeface="+mn-cs"/>
        </a:defRPr>
      </a:lvl1pPr>
      <a:lvl2pPr marL="731543" indent="-243848" algn="l" defTabSz="975390" rtl="0" eaLnBrk="1" latinLnBrk="1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2560" kern="1200">
          <a:solidFill>
            <a:schemeClr val="tx1"/>
          </a:solidFill>
          <a:latin typeface="+mn-lt"/>
          <a:ea typeface="+mn-ea"/>
          <a:cs typeface="+mn-cs"/>
        </a:defRPr>
      </a:lvl2pPr>
      <a:lvl3pPr marL="1219238" indent="-243848" algn="l" defTabSz="975390" rtl="0" eaLnBrk="1" latinLnBrk="1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3pPr>
      <a:lvl4pPr marL="1706933" indent="-243848" algn="l" defTabSz="975390" rtl="0" eaLnBrk="1" latinLnBrk="1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4pPr>
      <a:lvl5pPr marL="2194629" indent="-243848" algn="l" defTabSz="975390" rtl="0" eaLnBrk="1" latinLnBrk="1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5pPr>
      <a:lvl6pPr marL="2682324" indent="-243848" algn="l" defTabSz="975390" rtl="0" eaLnBrk="1" latinLnBrk="1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6pPr>
      <a:lvl7pPr marL="3170019" indent="-243848" algn="l" defTabSz="975390" rtl="0" eaLnBrk="1" latinLnBrk="1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7pPr>
      <a:lvl8pPr marL="3657714" indent="-243848" algn="l" defTabSz="975390" rtl="0" eaLnBrk="1" latinLnBrk="1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8pPr>
      <a:lvl9pPr marL="4145410" indent="-243848" algn="l" defTabSz="975390" rtl="0" eaLnBrk="1" latinLnBrk="1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75390" rtl="0" eaLnBrk="1" latinLnBrk="1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1pPr>
      <a:lvl2pPr marL="487695" algn="l" defTabSz="975390" rtl="0" eaLnBrk="1" latinLnBrk="1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2pPr>
      <a:lvl3pPr marL="975390" algn="l" defTabSz="975390" rtl="0" eaLnBrk="1" latinLnBrk="1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3pPr>
      <a:lvl4pPr marL="1463086" algn="l" defTabSz="975390" rtl="0" eaLnBrk="1" latinLnBrk="1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4pPr>
      <a:lvl5pPr marL="1950781" algn="l" defTabSz="975390" rtl="0" eaLnBrk="1" latinLnBrk="1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5pPr>
      <a:lvl6pPr marL="2438476" algn="l" defTabSz="975390" rtl="0" eaLnBrk="1" latinLnBrk="1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6pPr>
      <a:lvl7pPr marL="2926171" algn="l" defTabSz="975390" rtl="0" eaLnBrk="1" latinLnBrk="1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7pPr>
      <a:lvl8pPr marL="3413867" algn="l" defTabSz="975390" rtl="0" eaLnBrk="1" latinLnBrk="1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8pPr>
      <a:lvl9pPr marL="3901562" algn="l" defTabSz="975390" rtl="0" eaLnBrk="1" latinLnBrk="1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E5E79948-C4DB-7076-9689-DE618D6C564E}"/>
              </a:ext>
            </a:extLst>
          </p:cNvPr>
          <p:cNvGrpSpPr/>
          <p:nvPr/>
        </p:nvGrpSpPr>
        <p:grpSpPr>
          <a:xfrm>
            <a:off x="1362634" y="3034798"/>
            <a:ext cx="7028330" cy="4424340"/>
            <a:chOff x="1362634" y="3034798"/>
            <a:chExt cx="7028330" cy="4424340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67CD1CB-CCB6-FDCF-FD63-A6445651DD1E}"/>
                </a:ext>
              </a:extLst>
            </p:cNvPr>
            <p:cNvSpPr txBox="1"/>
            <p:nvPr/>
          </p:nvSpPr>
          <p:spPr>
            <a:xfrm>
              <a:off x="1362634" y="3582148"/>
              <a:ext cx="7028330" cy="1664820"/>
            </a:xfrm>
            <a:prstGeom prst="rect">
              <a:avLst/>
            </a:prstGeom>
            <a:noFill/>
            <a:scene3d>
              <a:camera prst="perspectiveRight" fov="6000000">
                <a:rot lat="0" lon="19499991" rev="21299994"/>
              </a:camera>
              <a:lightRig rig="balanced" dir="t"/>
            </a:scene3d>
            <a:sp3d prstMaterial="matte"/>
          </p:spPr>
          <p:txBody>
            <a:bodyPr wrap="none" rtlCol="0" anchor="ctr">
              <a:noAutofit/>
            </a:bodyPr>
            <a:lstStyle/>
            <a:p>
              <a:pPr algn="r"/>
              <a:r>
                <a:rPr lang="en-US" altLang="ko-KR" sz="14400" b="1" dirty="0" err="1">
                  <a:ln w="50800">
                    <a:solidFill>
                      <a:schemeClr val="tx1"/>
                    </a:solidFill>
                  </a:ln>
                  <a:noFill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Rockin</a:t>
              </a:r>
              <a:endParaRPr lang="ko-KR" altLang="en-US" sz="14400" b="1" dirty="0">
                <a:ln w="50800">
                  <a:solidFill>
                    <a:schemeClr val="tx1"/>
                  </a:solidFill>
                </a:ln>
                <a:noFill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B3622E9-6BB4-C120-6B85-CBB70D8EC406}"/>
                </a:ext>
              </a:extLst>
            </p:cNvPr>
            <p:cNvSpPr txBox="1"/>
            <p:nvPr/>
          </p:nvSpPr>
          <p:spPr>
            <a:xfrm>
              <a:off x="1362634" y="5246968"/>
              <a:ext cx="7028330" cy="1664820"/>
            </a:xfrm>
            <a:prstGeom prst="rect">
              <a:avLst/>
            </a:prstGeom>
            <a:noFill/>
            <a:scene3d>
              <a:camera prst="perspectiveRight" fov="6000000">
                <a:rot lat="0" lon="2100000" rev="21299999"/>
              </a:camera>
              <a:lightRig rig="balanced" dir="t"/>
            </a:scene3d>
            <a:sp3d prstMaterial="matte"/>
          </p:spPr>
          <p:txBody>
            <a:bodyPr wrap="none" rtlCol="0" anchor="ctr">
              <a:noAutofit/>
            </a:bodyPr>
            <a:lstStyle/>
            <a:p>
              <a:r>
                <a:rPr lang="en-US" altLang="ko-KR" sz="14400" b="1" dirty="0" err="1">
                  <a:ln w="50800">
                    <a:noFill/>
                  </a:ln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Rackin</a:t>
              </a:r>
              <a:endParaRPr lang="ko-KR" altLang="en-US" sz="14400" b="1" dirty="0">
                <a:ln w="50800">
                  <a:noFill/>
                </a:ln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4A15853-7C01-C8F4-DE25-B880DB17FEEF}"/>
                </a:ext>
              </a:extLst>
            </p:cNvPr>
            <p:cNvSpPr/>
            <p:nvPr/>
          </p:nvSpPr>
          <p:spPr>
            <a:xfrm rot="337805">
              <a:off x="1825538" y="3324872"/>
              <a:ext cx="6102522" cy="3844192"/>
            </a:xfrm>
            <a:prstGeom prst="rect">
              <a:avLst/>
            </a:prstGeom>
            <a:noFill/>
            <a:ln w="508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22712AF-B2F5-E14D-03CD-F3E49E52DD40}"/>
                </a:ext>
              </a:extLst>
            </p:cNvPr>
            <p:cNvSpPr/>
            <p:nvPr/>
          </p:nvSpPr>
          <p:spPr>
            <a:xfrm>
              <a:off x="1651689" y="3034798"/>
              <a:ext cx="6450220" cy="4424340"/>
            </a:xfrm>
            <a:prstGeom prst="rect">
              <a:avLst/>
            </a:prstGeom>
            <a:noFill/>
            <a:ln w="508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0871312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8F9AE2FD-65F5-68E5-53E6-14CD89E79C55}"/>
              </a:ext>
            </a:extLst>
          </p:cNvPr>
          <p:cNvGrpSpPr/>
          <p:nvPr/>
        </p:nvGrpSpPr>
        <p:grpSpPr>
          <a:xfrm>
            <a:off x="0" y="0"/>
            <a:ext cx="4876800" cy="4876800"/>
            <a:chOff x="0" y="0"/>
            <a:chExt cx="4876800" cy="487680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5BC8C924-FE08-578F-8494-21C4165D6AB1}"/>
                </a:ext>
              </a:extLst>
            </p:cNvPr>
            <p:cNvSpPr/>
            <p:nvPr/>
          </p:nvSpPr>
          <p:spPr>
            <a:xfrm>
              <a:off x="0" y="0"/>
              <a:ext cx="4876800" cy="48768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" name="Frame 3">
              <a:extLst>
                <a:ext uri="{FF2B5EF4-FFF2-40B4-BE49-F238E27FC236}">
                  <a16:creationId xmlns:a16="http://schemas.microsoft.com/office/drawing/2014/main" id="{611F1EBF-EC91-3FD5-C7C7-42B3F6DD1F35}"/>
                </a:ext>
              </a:extLst>
            </p:cNvPr>
            <p:cNvSpPr/>
            <p:nvPr/>
          </p:nvSpPr>
          <p:spPr>
            <a:xfrm>
              <a:off x="179294" y="179294"/>
              <a:ext cx="4518212" cy="4518212"/>
            </a:xfrm>
            <a:prstGeom prst="frame">
              <a:avLst>
                <a:gd name="adj1" fmla="val 7353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BDDABEE3-DECB-B7F7-7432-F8809EFFF7DE}"/>
              </a:ext>
            </a:extLst>
          </p:cNvPr>
          <p:cNvGrpSpPr/>
          <p:nvPr/>
        </p:nvGrpSpPr>
        <p:grpSpPr>
          <a:xfrm>
            <a:off x="4876799" y="0"/>
            <a:ext cx="4876801" cy="4876801"/>
            <a:chOff x="4876799" y="0"/>
            <a:chExt cx="4876801" cy="4876801"/>
          </a:xfrm>
          <a:solidFill>
            <a:schemeClr val="tx1"/>
          </a:solidFill>
        </p:grpSpPr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0A7C99B-A6B4-840B-6B8E-A91D87DAFCD7}"/>
                </a:ext>
              </a:extLst>
            </p:cNvPr>
            <p:cNvSpPr/>
            <p:nvPr/>
          </p:nvSpPr>
          <p:spPr>
            <a:xfrm>
              <a:off x="7315200" y="0"/>
              <a:ext cx="2438400" cy="2438401"/>
            </a:xfrm>
            <a:custGeom>
              <a:avLst/>
              <a:gdLst>
                <a:gd name="csX0" fmla="*/ 2162174 w 2438400"/>
                <a:gd name="csY0" fmla="*/ 1015509 h 2438401"/>
                <a:gd name="csX1" fmla="*/ 2226113 w 2438400"/>
                <a:gd name="csY1" fmla="*/ 1031950 h 2438401"/>
                <a:gd name="csX2" fmla="*/ 2438400 w 2438400"/>
                <a:gd name="csY2" fmla="*/ 1053350 h 2438401"/>
                <a:gd name="csX3" fmla="*/ 2438400 w 2438400"/>
                <a:gd name="csY3" fmla="*/ 2438401 h 2438401"/>
                <a:gd name="csX4" fmla="*/ 2162174 w 2438400"/>
                <a:gd name="csY4" fmla="*/ 2438401 h 2438401"/>
                <a:gd name="csX5" fmla="*/ 1385048 w 2438400"/>
                <a:gd name="csY5" fmla="*/ 0 h 2438401"/>
                <a:gd name="csX6" fmla="*/ 1659489 w 2438400"/>
                <a:gd name="csY6" fmla="*/ 0 h 2438401"/>
                <a:gd name="csX7" fmla="*/ 1663510 w 2438400"/>
                <a:gd name="csY7" fmla="*/ 79636 h 2438401"/>
                <a:gd name="csX8" fmla="*/ 1675314 w 2438400"/>
                <a:gd name="csY8" fmla="*/ 156975 h 2438401"/>
                <a:gd name="csX9" fmla="*/ 1712331 w 2438400"/>
                <a:gd name="csY9" fmla="*/ 276225 h 2438401"/>
                <a:gd name="csX10" fmla="*/ 1712330 w 2438400"/>
                <a:gd name="csY10" fmla="*/ 276225 h 2438401"/>
                <a:gd name="csX11" fmla="*/ 1720699 w 2438400"/>
                <a:gd name="csY11" fmla="*/ 303185 h 2438401"/>
                <a:gd name="csX12" fmla="*/ 2135212 w 2438400"/>
                <a:gd name="csY12" fmla="*/ 717698 h 2438401"/>
                <a:gd name="csX13" fmla="*/ 2162174 w 2438400"/>
                <a:gd name="csY13" fmla="*/ 726067 h 2438401"/>
                <a:gd name="csX14" fmla="*/ 2162174 w 2438400"/>
                <a:gd name="csY14" fmla="*/ 726067 h 2438401"/>
                <a:gd name="csX15" fmla="*/ 2281422 w 2438400"/>
                <a:gd name="csY15" fmla="*/ 763084 h 2438401"/>
                <a:gd name="csX16" fmla="*/ 2438400 w 2438400"/>
                <a:gd name="csY16" fmla="*/ 778909 h 2438401"/>
                <a:gd name="csX17" fmla="*/ 2438400 w 2438400"/>
                <a:gd name="csY17" fmla="*/ 1053350 h 2438401"/>
                <a:gd name="csX18" fmla="*/ 2226113 w 2438400"/>
                <a:gd name="csY18" fmla="*/ 1031950 h 2438401"/>
                <a:gd name="csX19" fmla="*/ 2162174 w 2438400"/>
                <a:gd name="csY19" fmla="*/ 1015509 h 2438401"/>
                <a:gd name="csX20" fmla="*/ 2162174 w 2438400"/>
                <a:gd name="csY20" fmla="*/ 1015509 h 2438401"/>
                <a:gd name="csX21" fmla="*/ 2125165 w 2438400"/>
                <a:gd name="csY21" fmla="*/ 1005993 h 2438401"/>
                <a:gd name="csX22" fmla="*/ 1432404 w 2438400"/>
                <a:gd name="csY22" fmla="*/ 313232 h 2438401"/>
                <a:gd name="csX23" fmla="*/ 1422888 w 2438400"/>
                <a:gd name="csY23" fmla="*/ 276225 h 2438401"/>
                <a:gd name="csX24" fmla="*/ 1422889 w 2438400"/>
                <a:gd name="csY24" fmla="*/ 276225 h 2438401"/>
                <a:gd name="csX25" fmla="*/ 1406448 w 2438400"/>
                <a:gd name="csY25" fmla="*/ 212284 h 2438401"/>
                <a:gd name="csX26" fmla="*/ 1390486 w 2438400"/>
                <a:gd name="csY26" fmla="*/ 107696 h 2438401"/>
                <a:gd name="csX27" fmla="*/ 0 w 2438400"/>
                <a:gd name="csY27" fmla="*/ 0 h 2438401"/>
                <a:gd name="csX28" fmla="*/ 1385047 w 2438400"/>
                <a:gd name="csY28" fmla="*/ 0 h 2438401"/>
                <a:gd name="csX29" fmla="*/ 1390485 w 2438400"/>
                <a:gd name="csY29" fmla="*/ 107696 h 2438401"/>
                <a:gd name="csX30" fmla="*/ 1406447 w 2438400"/>
                <a:gd name="csY30" fmla="*/ 212284 h 2438401"/>
                <a:gd name="csX31" fmla="*/ 1422888 w 2438400"/>
                <a:gd name="csY31" fmla="*/ 276225 h 2438401"/>
                <a:gd name="csX32" fmla="*/ 0 w 2438400"/>
                <a:gd name="csY32" fmla="*/ 276225 h 24384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</a:cxnLst>
              <a:rect l="l" t="t" r="r" b="b"/>
              <a:pathLst>
                <a:path w="2438400" h="2438401">
                  <a:moveTo>
                    <a:pt x="2162174" y="1015509"/>
                  </a:moveTo>
                  <a:lnTo>
                    <a:pt x="2226113" y="1031950"/>
                  </a:lnTo>
                  <a:cubicBezTo>
                    <a:pt x="2294683" y="1045981"/>
                    <a:pt x="2365681" y="1053350"/>
                    <a:pt x="2438400" y="1053350"/>
                  </a:cubicBezTo>
                  <a:lnTo>
                    <a:pt x="2438400" y="2438401"/>
                  </a:lnTo>
                  <a:lnTo>
                    <a:pt x="2162174" y="2438401"/>
                  </a:lnTo>
                  <a:close/>
                  <a:moveTo>
                    <a:pt x="1385048" y="0"/>
                  </a:moveTo>
                  <a:lnTo>
                    <a:pt x="1659489" y="0"/>
                  </a:lnTo>
                  <a:lnTo>
                    <a:pt x="1663510" y="79636"/>
                  </a:lnTo>
                  <a:cubicBezTo>
                    <a:pt x="1666170" y="105821"/>
                    <a:pt x="1670126" y="131622"/>
                    <a:pt x="1675314" y="156975"/>
                  </a:cubicBezTo>
                  <a:lnTo>
                    <a:pt x="1712331" y="276225"/>
                  </a:lnTo>
                  <a:lnTo>
                    <a:pt x="1712330" y="276225"/>
                  </a:lnTo>
                  <a:lnTo>
                    <a:pt x="1720699" y="303185"/>
                  </a:lnTo>
                  <a:cubicBezTo>
                    <a:pt x="1799529" y="489560"/>
                    <a:pt x="1948837" y="638868"/>
                    <a:pt x="2135212" y="717698"/>
                  </a:cubicBezTo>
                  <a:lnTo>
                    <a:pt x="2162174" y="726067"/>
                  </a:lnTo>
                  <a:lnTo>
                    <a:pt x="2162174" y="726067"/>
                  </a:lnTo>
                  <a:lnTo>
                    <a:pt x="2281422" y="763084"/>
                  </a:lnTo>
                  <a:cubicBezTo>
                    <a:pt x="2332127" y="773460"/>
                    <a:pt x="2384627" y="778909"/>
                    <a:pt x="2438400" y="778909"/>
                  </a:cubicBezTo>
                  <a:lnTo>
                    <a:pt x="2438400" y="1053350"/>
                  </a:lnTo>
                  <a:cubicBezTo>
                    <a:pt x="2365681" y="1053350"/>
                    <a:pt x="2294683" y="1045981"/>
                    <a:pt x="2226113" y="1031950"/>
                  </a:cubicBezTo>
                  <a:lnTo>
                    <a:pt x="2162174" y="1015509"/>
                  </a:lnTo>
                  <a:lnTo>
                    <a:pt x="2162174" y="1015509"/>
                  </a:lnTo>
                  <a:lnTo>
                    <a:pt x="2125165" y="1005993"/>
                  </a:lnTo>
                  <a:cubicBezTo>
                    <a:pt x="1795329" y="903404"/>
                    <a:pt x="1534993" y="643068"/>
                    <a:pt x="1432404" y="313232"/>
                  </a:cubicBezTo>
                  <a:lnTo>
                    <a:pt x="1422888" y="276225"/>
                  </a:lnTo>
                  <a:lnTo>
                    <a:pt x="1422889" y="276225"/>
                  </a:lnTo>
                  <a:lnTo>
                    <a:pt x="1406448" y="212284"/>
                  </a:lnTo>
                  <a:cubicBezTo>
                    <a:pt x="1399433" y="177999"/>
                    <a:pt x="1394082" y="143107"/>
                    <a:pt x="1390486" y="107696"/>
                  </a:cubicBezTo>
                  <a:close/>
                  <a:moveTo>
                    <a:pt x="0" y="0"/>
                  </a:moveTo>
                  <a:lnTo>
                    <a:pt x="1385047" y="0"/>
                  </a:lnTo>
                  <a:lnTo>
                    <a:pt x="1390485" y="107696"/>
                  </a:lnTo>
                  <a:cubicBezTo>
                    <a:pt x="1394081" y="143107"/>
                    <a:pt x="1399432" y="177999"/>
                    <a:pt x="1406447" y="212284"/>
                  </a:cubicBezTo>
                  <a:lnTo>
                    <a:pt x="1422888" y="276225"/>
                  </a:lnTo>
                  <a:lnTo>
                    <a:pt x="0" y="276225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208781D9-4ED5-9AA2-5F5E-091E56A2E925}"/>
                </a:ext>
              </a:extLst>
            </p:cNvPr>
            <p:cNvSpPr/>
            <p:nvPr/>
          </p:nvSpPr>
          <p:spPr>
            <a:xfrm rot="5400000">
              <a:off x="7315200" y="2438400"/>
              <a:ext cx="2438400" cy="2438401"/>
            </a:xfrm>
            <a:custGeom>
              <a:avLst/>
              <a:gdLst>
                <a:gd name="csX0" fmla="*/ 2162174 w 2438400"/>
                <a:gd name="csY0" fmla="*/ 1015509 h 2438401"/>
                <a:gd name="csX1" fmla="*/ 2226113 w 2438400"/>
                <a:gd name="csY1" fmla="*/ 1031950 h 2438401"/>
                <a:gd name="csX2" fmla="*/ 2438400 w 2438400"/>
                <a:gd name="csY2" fmla="*/ 1053350 h 2438401"/>
                <a:gd name="csX3" fmla="*/ 2438400 w 2438400"/>
                <a:gd name="csY3" fmla="*/ 2438401 h 2438401"/>
                <a:gd name="csX4" fmla="*/ 2162174 w 2438400"/>
                <a:gd name="csY4" fmla="*/ 2438401 h 2438401"/>
                <a:gd name="csX5" fmla="*/ 1385048 w 2438400"/>
                <a:gd name="csY5" fmla="*/ 0 h 2438401"/>
                <a:gd name="csX6" fmla="*/ 1659489 w 2438400"/>
                <a:gd name="csY6" fmla="*/ 0 h 2438401"/>
                <a:gd name="csX7" fmla="*/ 1663510 w 2438400"/>
                <a:gd name="csY7" fmla="*/ 79636 h 2438401"/>
                <a:gd name="csX8" fmla="*/ 1675314 w 2438400"/>
                <a:gd name="csY8" fmla="*/ 156975 h 2438401"/>
                <a:gd name="csX9" fmla="*/ 1712331 w 2438400"/>
                <a:gd name="csY9" fmla="*/ 276225 h 2438401"/>
                <a:gd name="csX10" fmla="*/ 1712330 w 2438400"/>
                <a:gd name="csY10" fmla="*/ 276225 h 2438401"/>
                <a:gd name="csX11" fmla="*/ 1720699 w 2438400"/>
                <a:gd name="csY11" fmla="*/ 303185 h 2438401"/>
                <a:gd name="csX12" fmla="*/ 2135212 w 2438400"/>
                <a:gd name="csY12" fmla="*/ 717698 h 2438401"/>
                <a:gd name="csX13" fmla="*/ 2162174 w 2438400"/>
                <a:gd name="csY13" fmla="*/ 726067 h 2438401"/>
                <a:gd name="csX14" fmla="*/ 2162174 w 2438400"/>
                <a:gd name="csY14" fmla="*/ 726067 h 2438401"/>
                <a:gd name="csX15" fmla="*/ 2281422 w 2438400"/>
                <a:gd name="csY15" fmla="*/ 763084 h 2438401"/>
                <a:gd name="csX16" fmla="*/ 2438400 w 2438400"/>
                <a:gd name="csY16" fmla="*/ 778909 h 2438401"/>
                <a:gd name="csX17" fmla="*/ 2438400 w 2438400"/>
                <a:gd name="csY17" fmla="*/ 1053350 h 2438401"/>
                <a:gd name="csX18" fmla="*/ 2226113 w 2438400"/>
                <a:gd name="csY18" fmla="*/ 1031950 h 2438401"/>
                <a:gd name="csX19" fmla="*/ 2162174 w 2438400"/>
                <a:gd name="csY19" fmla="*/ 1015509 h 2438401"/>
                <a:gd name="csX20" fmla="*/ 2162174 w 2438400"/>
                <a:gd name="csY20" fmla="*/ 1015509 h 2438401"/>
                <a:gd name="csX21" fmla="*/ 2125165 w 2438400"/>
                <a:gd name="csY21" fmla="*/ 1005993 h 2438401"/>
                <a:gd name="csX22" fmla="*/ 1432404 w 2438400"/>
                <a:gd name="csY22" fmla="*/ 313232 h 2438401"/>
                <a:gd name="csX23" fmla="*/ 1422888 w 2438400"/>
                <a:gd name="csY23" fmla="*/ 276225 h 2438401"/>
                <a:gd name="csX24" fmla="*/ 1422889 w 2438400"/>
                <a:gd name="csY24" fmla="*/ 276225 h 2438401"/>
                <a:gd name="csX25" fmla="*/ 1406448 w 2438400"/>
                <a:gd name="csY25" fmla="*/ 212284 h 2438401"/>
                <a:gd name="csX26" fmla="*/ 1390486 w 2438400"/>
                <a:gd name="csY26" fmla="*/ 107696 h 2438401"/>
                <a:gd name="csX27" fmla="*/ 0 w 2438400"/>
                <a:gd name="csY27" fmla="*/ 0 h 2438401"/>
                <a:gd name="csX28" fmla="*/ 1385047 w 2438400"/>
                <a:gd name="csY28" fmla="*/ 0 h 2438401"/>
                <a:gd name="csX29" fmla="*/ 1390485 w 2438400"/>
                <a:gd name="csY29" fmla="*/ 107696 h 2438401"/>
                <a:gd name="csX30" fmla="*/ 1406447 w 2438400"/>
                <a:gd name="csY30" fmla="*/ 212284 h 2438401"/>
                <a:gd name="csX31" fmla="*/ 1422888 w 2438400"/>
                <a:gd name="csY31" fmla="*/ 276225 h 2438401"/>
                <a:gd name="csX32" fmla="*/ 0 w 2438400"/>
                <a:gd name="csY32" fmla="*/ 276225 h 24384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</a:cxnLst>
              <a:rect l="l" t="t" r="r" b="b"/>
              <a:pathLst>
                <a:path w="2438400" h="2438401">
                  <a:moveTo>
                    <a:pt x="2162174" y="1015509"/>
                  </a:moveTo>
                  <a:lnTo>
                    <a:pt x="2226113" y="1031950"/>
                  </a:lnTo>
                  <a:cubicBezTo>
                    <a:pt x="2294683" y="1045981"/>
                    <a:pt x="2365681" y="1053350"/>
                    <a:pt x="2438400" y="1053350"/>
                  </a:cubicBezTo>
                  <a:lnTo>
                    <a:pt x="2438400" y="2438401"/>
                  </a:lnTo>
                  <a:lnTo>
                    <a:pt x="2162174" y="2438401"/>
                  </a:lnTo>
                  <a:close/>
                  <a:moveTo>
                    <a:pt x="1385048" y="0"/>
                  </a:moveTo>
                  <a:lnTo>
                    <a:pt x="1659489" y="0"/>
                  </a:lnTo>
                  <a:lnTo>
                    <a:pt x="1663510" y="79636"/>
                  </a:lnTo>
                  <a:cubicBezTo>
                    <a:pt x="1666170" y="105821"/>
                    <a:pt x="1670126" y="131622"/>
                    <a:pt x="1675314" y="156975"/>
                  </a:cubicBezTo>
                  <a:lnTo>
                    <a:pt x="1712331" y="276225"/>
                  </a:lnTo>
                  <a:lnTo>
                    <a:pt x="1712330" y="276225"/>
                  </a:lnTo>
                  <a:lnTo>
                    <a:pt x="1720699" y="303185"/>
                  </a:lnTo>
                  <a:cubicBezTo>
                    <a:pt x="1799529" y="489560"/>
                    <a:pt x="1948837" y="638868"/>
                    <a:pt x="2135212" y="717698"/>
                  </a:cubicBezTo>
                  <a:lnTo>
                    <a:pt x="2162174" y="726067"/>
                  </a:lnTo>
                  <a:lnTo>
                    <a:pt x="2162174" y="726067"/>
                  </a:lnTo>
                  <a:lnTo>
                    <a:pt x="2281422" y="763084"/>
                  </a:lnTo>
                  <a:cubicBezTo>
                    <a:pt x="2332127" y="773460"/>
                    <a:pt x="2384627" y="778909"/>
                    <a:pt x="2438400" y="778909"/>
                  </a:cubicBezTo>
                  <a:lnTo>
                    <a:pt x="2438400" y="1053350"/>
                  </a:lnTo>
                  <a:cubicBezTo>
                    <a:pt x="2365681" y="1053350"/>
                    <a:pt x="2294683" y="1045981"/>
                    <a:pt x="2226113" y="1031950"/>
                  </a:cubicBezTo>
                  <a:lnTo>
                    <a:pt x="2162174" y="1015509"/>
                  </a:lnTo>
                  <a:lnTo>
                    <a:pt x="2162174" y="1015509"/>
                  </a:lnTo>
                  <a:lnTo>
                    <a:pt x="2125165" y="1005993"/>
                  </a:lnTo>
                  <a:cubicBezTo>
                    <a:pt x="1795329" y="903404"/>
                    <a:pt x="1534993" y="643068"/>
                    <a:pt x="1432404" y="313232"/>
                  </a:cubicBezTo>
                  <a:lnTo>
                    <a:pt x="1422888" y="276225"/>
                  </a:lnTo>
                  <a:lnTo>
                    <a:pt x="1422889" y="276225"/>
                  </a:lnTo>
                  <a:lnTo>
                    <a:pt x="1406448" y="212284"/>
                  </a:lnTo>
                  <a:cubicBezTo>
                    <a:pt x="1399433" y="177999"/>
                    <a:pt x="1394082" y="143107"/>
                    <a:pt x="1390486" y="107696"/>
                  </a:cubicBezTo>
                  <a:close/>
                  <a:moveTo>
                    <a:pt x="0" y="0"/>
                  </a:moveTo>
                  <a:lnTo>
                    <a:pt x="1385047" y="0"/>
                  </a:lnTo>
                  <a:lnTo>
                    <a:pt x="1390485" y="107696"/>
                  </a:lnTo>
                  <a:cubicBezTo>
                    <a:pt x="1394081" y="143107"/>
                    <a:pt x="1399432" y="177999"/>
                    <a:pt x="1406447" y="212284"/>
                  </a:cubicBezTo>
                  <a:lnTo>
                    <a:pt x="1422888" y="276225"/>
                  </a:lnTo>
                  <a:lnTo>
                    <a:pt x="0" y="276225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B9A6CB8D-0753-19D5-EDEE-2A5B0582CD33}"/>
                </a:ext>
              </a:extLst>
            </p:cNvPr>
            <p:cNvSpPr/>
            <p:nvPr/>
          </p:nvSpPr>
          <p:spPr>
            <a:xfrm rot="10800000">
              <a:off x="4876800" y="2438399"/>
              <a:ext cx="2438400" cy="2438401"/>
            </a:xfrm>
            <a:custGeom>
              <a:avLst/>
              <a:gdLst>
                <a:gd name="csX0" fmla="*/ 2162174 w 2438400"/>
                <a:gd name="csY0" fmla="*/ 1015509 h 2438401"/>
                <a:gd name="csX1" fmla="*/ 2226113 w 2438400"/>
                <a:gd name="csY1" fmla="*/ 1031950 h 2438401"/>
                <a:gd name="csX2" fmla="*/ 2438400 w 2438400"/>
                <a:gd name="csY2" fmla="*/ 1053350 h 2438401"/>
                <a:gd name="csX3" fmla="*/ 2438400 w 2438400"/>
                <a:gd name="csY3" fmla="*/ 2438401 h 2438401"/>
                <a:gd name="csX4" fmla="*/ 2162174 w 2438400"/>
                <a:gd name="csY4" fmla="*/ 2438401 h 2438401"/>
                <a:gd name="csX5" fmla="*/ 1385048 w 2438400"/>
                <a:gd name="csY5" fmla="*/ 0 h 2438401"/>
                <a:gd name="csX6" fmla="*/ 1659489 w 2438400"/>
                <a:gd name="csY6" fmla="*/ 0 h 2438401"/>
                <a:gd name="csX7" fmla="*/ 1663510 w 2438400"/>
                <a:gd name="csY7" fmla="*/ 79636 h 2438401"/>
                <a:gd name="csX8" fmla="*/ 1675314 w 2438400"/>
                <a:gd name="csY8" fmla="*/ 156975 h 2438401"/>
                <a:gd name="csX9" fmla="*/ 1712331 w 2438400"/>
                <a:gd name="csY9" fmla="*/ 276225 h 2438401"/>
                <a:gd name="csX10" fmla="*/ 1712330 w 2438400"/>
                <a:gd name="csY10" fmla="*/ 276225 h 2438401"/>
                <a:gd name="csX11" fmla="*/ 1720699 w 2438400"/>
                <a:gd name="csY11" fmla="*/ 303185 h 2438401"/>
                <a:gd name="csX12" fmla="*/ 2135212 w 2438400"/>
                <a:gd name="csY12" fmla="*/ 717698 h 2438401"/>
                <a:gd name="csX13" fmla="*/ 2162174 w 2438400"/>
                <a:gd name="csY13" fmla="*/ 726067 h 2438401"/>
                <a:gd name="csX14" fmla="*/ 2162174 w 2438400"/>
                <a:gd name="csY14" fmla="*/ 726067 h 2438401"/>
                <a:gd name="csX15" fmla="*/ 2281422 w 2438400"/>
                <a:gd name="csY15" fmla="*/ 763084 h 2438401"/>
                <a:gd name="csX16" fmla="*/ 2438400 w 2438400"/>
                <a:gd name="csY16" fmla="*/ 778909 h 2438401"/>
                <a:gd name="csX17" fmla="*/ 2438400 w 2438400"/>
                <a:gd name="csY17" fmla="*/ 1053350 h 2438401"/>
                <a:gd name="csX18" fmla="*/ 2226113 w 2438400"/>
                <a:gd name="csY18" fmla="*/ 1031950 h 2438401"/>
                <a:gd name="csX19" fmla="*/ 2162174 w 2438400"/>
                <a:gd name="csY19" fmla="*/ 1015509 h 2438401"/>
                <a:gd name="csX20" fmla="*/ 2162174 w 2438400"/>
                <a:gd name="csY20" fmla="*/ 1015509 h 2438401"/>
                <a:gd name="csX21" fmla="*/ 2125165 w 2438400"/>
                <a:gd name="csY21" fmla="*/ 1005993 h 2438401"/>
                <a:gd name="csX22" fmla="*/ 1432404 w 2438400"/>
                <a:gd name="csY22" fmla="*/ 313232 h 2438401"/>
                <a:gd name="csX23" fmla="*/ 1422888 w 2438400"/>
                <a:gd name="csY23" fmla="*/ 276225 h 2438401"/>
                <a:gd name="csX24" fmla="*/ 1422889 w 2438400"/>
                <a:gd name="csY24" fmla="*/ 276225 h 2438401"/>
                <a:gd name="csX25" fmla="*/ 1406448 w 2438400"/>
                <a:gd name="csY25" fmla="*/ 212284 h 2438401"/>
                <a:gd name="csX26" fmla="*/ 1390486 w 2438400"/>
                <a:gd name="csY26" fmla="*/ 107696 h 2438401"/>
                <a:gd name="csX27" fmla="*/ 0 w 2438400"/>
                <a:gd name="csY27" fmla="*/ 0 h 2438401"/>
                <a:gd name="csX28" fmla="*/ 1385047 w 2438400"/>
                <a:gd name="csY28" fmla="*/ 0 h 2438401"/>
                <a:gd name="csX29" fmla="*/ 1390485 w 2438400"/>
                <a:gd name="csY29" fmla="*/ 107696 h 2438401"/>
                <a:gd name="csX30" fmla="*/ 1406447 w 2438400"/>
                <a:gd name="csY30" fmla="*/ 212284 h 2438401"/>
                <a:gd name="csX31" fmla="*/ 1422888 w 2438400"/>
                <a:gd name="csY31" fmla="*/ 276225 h 2438401"/>
                <a:gd name="csX32" fmla="*/ 0 w 2438400"/>
                <a:gd name="csY32" fmla="*/ 276225 h 24384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</a:cxnLst>
              <a:rect l="l" t="t" r="r" b="b"/>
              <a:pathLst>
                <a:path w="2438400" h="2438401">
                  <a:moveTo>
                    <a:pt x="2162174" y="1015509"/>
                  </a:moveTo>
                  <a:lnTo>
                    <a:pt x="2226113" y="1031950"/>
                  </a:lnTo>
                  <a:cubicBezTo>
                    <a:pt x="2294683" y="1045981"/>
                    <a:pt x="2365681" y="1053350"/>
                    <a:pt x="2438400" y="1053350"/>
                  </a:cubicBezTo>
                  <a:lnTo>
                    <a:pt x="2438400" y="2438401"/>
                  </a:lnTo>
                  <a:lnTo>
                    <a:pt x="2162174" y="2438401"/>
                  </a:lnTo>
                  <a:close/>
                  <a:moveTo>
                    <a:pt x="1385048" y="0"/>
                  </a:moveTo>
                  <a:lnTo>
                    <a:pt x="1659489" y="0"/>
                  </a:lnTo>
                  <a:lnTo>
                    <a:pt x="1663510" y="79636"/>
                  </a:lnTo>
                  <a:cubicBezTo>
                    <a:pt x="1666170" y="105821"/>
                    <a:pt x="1670126" y="131622"/>
                    <a:pt x="1675314" y="156975"/>
                  </a:cubicBezTo>
                  <a:lnTo>
                    <a:pt x="1712331" y="276225"/>
                  </a:lnTo>
                  <a:lnTo>
                    <a:pt x="1712330" y="276225"/>
                  </a:lnTo>
                  <a:lnTo>
                    <a:pt x="1720699" y="303185"/>
                  </a:lnTo>
                  <a:cubicBezTo>
                    <a:pt x="1799529" y="489560"/>
                    <a:pt x="1948837" y="638868"/>
                    <a:pt x="2135212" y="717698"/>
                  </a:cubicBezTo>
                  <a:lnTo>
                    <a:pt x="2162174" y="726067"/>
                  </a:lnTo>
                  <a:lnTo>
                    <a:pt x="2162174" y="726067"/>
                  </a:lnTo>
                  <a:lnTo>
                    <a:pt x="2281422" y="763084"/>
                  </a:lnTo>
                  <a:cubicBezTo>
                    <a:pt x="2332127" y="773460"/>
                    <a:pt x="2384627" y="778909"/>
                    <a:pt x="2438400" y="778909"/>
                  </a:cubicBezTo>
                  <a:lnTo>
                    <a:pt x="2438400" y="1053350"/>
                  </a:lnTo>
                  <a:cubicBezTo>
                    <a:pt x="2365681" y="1053350"/>
                    <a:pt x="2294683" y="1045981"/>
                    <a:pt x="2226113" y="1031950"/>
                  </a:cubicBezTo>
                  <a:lnTo>
                    <a:pt x="2162174" y="1015509"/>
                  </a:lnTo>
                  <a:lnTo>
                    <a:pt x="2162174" y="1015509"/>
                  </a:lnTo>
                  <a:lnTo>
                    <a:pt x="2125165" y="1005993"/>
                  </a:lnTo>
                  <a:cubicBezTo>
                    <a:pt x="1795329" y="903404"/>
                    <a:pt x="1534993" y="643068"/>
                    <a:pt x="1432404" y="313232"/>
                  </a:cubicBezTo>
                  <a:lnTo>
                    <a:pt x="1422888" y="276225"/>
                  </a:lnTo>
                  <a:lnTo>
                    <a:pt x="1422889" y="276225"/>
                  </a:lnTo>
                  <a:lnTo>
                    <a:pt x="1406448" y="212284"/>
                  </a:lnTo>
                  <a:cubicBezTo>
                    <a:pt x="1399433" y="177999"/>
                    <a:pt x="1394082" y="143107"/>
                    <a:pt x="1390486" y="107696"/>
                  </a:cubicBezTo>
                  <a:close/>
                  <a:moveTo>
                    <a:pt x="0" y="0"/>
                  </a:moveTo>
                  <a:lnTo>
                    <a:pt x="1385047" y="0"/>
                  </a:lnTo>
                  <a:lnTo>
                    <a:pt x="1390485" y="107696"/>
                  </a:lnTo>
                  <a:cubicBezTo>
                    <a:pt x="1394081" y="143107"/>
                    <a:pt x="1399432" y="177999"/>
                    <a:pt x="1406447" y="212284"/>
                  </a:cubicBezTo>
                  <a:lnTo>
                    <a:pt x="1422888" y="276225"/>
                  </a:lnTo>
                  <a:lnTo>
                    <a:pt x="0" y="276225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B9257E55-990A-DF82-E3A6-521F2B7E0371}"/>
                </a:ext>
              </a:extLst>
            </p:cNvPr>
            <p:cNvSpPr/>
            <p:nvPr/>
          </p:nvSpPr>
          <p:spPr>
            <a:xfrm rot="16200000">
              <a:off x="4876800" y="0"/>
              <a:ext cx="2438400" cy="2438401"/>
            </a:xfrm>
            <a:custGeom>
              <a:avLst/>
              <a:gdLst>
                <a:gd name="csX0" fmla="*/ 2162174 w 2438400"/>
                <a:gd name="csY0" fmla="*/ 1015509 h 2438401"/>
                <a:gd name="csX1" fmla="*/ 2226113 w 2438400"/>
                <a:gd name="csY1" fmla="*/ 1031950 h 2438401"/>
                <a:gd name="csX2" fmla="*/ 2438400 w 2438400"/>
                <a:gd name="csY2" fmla="*/ 1053350 h 2438401"/>
                <a:gd name="csX3" fmla="*/ 2438400 w 2438400"/>
                <a:gd name="csY3" fmla="*/ 2438401 h 2438401"/>
                <a:gd name="csX4" fmla="*/ 2162174 w 2438400"/>
                <a:gd name="csY4" fmla="*/ 2438401 h 2438401"/>
                <a:gd name="csX5" fmla="*/ 1385048 w 2438400"/>
                <a:gd name="csY5" fmla="*/ 0 h 2438401"/>
                <a:gd name="csX6" fmla="*/ 1659489 w 2438400"/>
                <a:gd name="csY6" fmla="*/ 0 h 2438401"/>
                <a:gd name="csX7" fmla="*/ 1663510 w 2438400"/>
                <a:gd name="csY7" fmla="*/ 79636 h 2438401"/>
                <a:gd name="csX8" fmla="*/ 1675314 w 2438400"/>
                <a:gd name="csY8" fmla="*/ 156975 h 2438401"/>
                <a:gd name="csX9" fmla="*/ 1712331 w 2438400"/>
                <a:gd name="csY9" fmla="*/ 276225 h 2438401"/>
                <a:gd name="csX10" fmla="*/ 1712330 w 2438400"/>
                <a:gd name="csY10" fmla="*/ 276225 h 2438401"/>
                <a:gd name="csX11" fmla="*/ 1720699 w 2438400"/>
                <a:gd name="csY11" fmla="*/ 303185 h 2438401"/>
                <a:gd name="csX12" fmla="*/ 2135212 w 2438400"/>
                <a:gd name="csY12" fmla="*/ 717698 h 2438401"/>
                <a:gd name="csX13" fmla="*/ 2162174 w 2438400"/>
                <a:gd name="csY13" fmla="*/ 726067 h 2438401"/>
                <a:gd name="csX14" fmla="*/ 2162174 w 2438400"/>
                <a:gd name="csY14" fmla="*/ 726067 h 2438401"/>
                <a:gd name="csX15" fmla="*/ 2281422 w 2438400"/>
                <a:gd name="csY15" fmla="*/ 763084 h 2438401"/>
                <a:gd name="csX16" fmla="*/ 2438400 w 2438400"/>
                <a:gd name="csY16" fmla="*/ 778909 h 2438401"/>
                <a:gd name="csX17" fmla="*/ 2438400 w 2438400"/>
                <a:gd name="csY17" fmla="*/ 1053350 h 2438401"/>
                <a:gd name="csX18" fmla="*/ 2226113 w 2438400"/>
                <a:gd name="csY18" fmla="*/ 1031950 h 2438401"/>
                <a:gd name="csX19" fmla="*/ 2162174 w 2438400"/>
                <a:gd name="csY19" fmla="*/ 1015509 h 2438401"/>
                <a:gd name="csX20" fmla="*/ 2162174 w 2438400"/>
                <a:gd name="csY20" fmla="*/ 1015509 h 2438401"/>
                <a:gd name="csX21" fmla="*/ 2125165 w 2438400"/>
                <a:gd name="csY21" fmla="*/ 1005993 h 2438401"/>
                <a:gd name="csX22" fmla="*/ 1432404 w 2438400"/>
                <a:gd name="csY22" fmla="*/ 313232 h 2438401"/>
                <a:gd name="csX23" fmla="*/ 1422888 w 2438400"/>
                <a:gd name="csY23" fmla="*/ 276225 h 2438401"/>
                <a:gd name="csX24" fmla="*/ 1422889 w 2438400"/>
                <a:gd name="csY24" fmla="*/ 276225 h 2438401"/>
                <a:gd name="csX25" fmla="*/ 1406448 w 2438400"/>
                <a:gd name="csY25" fmla="*/ 212284 h 2438401"/>
                <a:gd name="csX26" fmla="*/ 1390486 w 2438400"/>
                <a:gd name="csY26" fmla="*/ 107696 h 2438401"/>
                <a:gd name="csX27" fmla="*/ 0 w 2438400"/>
                <a:gd name="csY27" fmla="*/ 0 h 2438401"/>
                <a:gd name="csX28" fmla="*/ 1385047 w 2438400"/>
                <a:gd name="csY28" fmla="*/ 0 h 2438401"/>
                <a:gd name="csX29" fmla="*/ 1390485 w 2438400"/>
                <a:gd name="csY29" fmla="*/ 107696 h 2438401"/>
                <a:gd name="csX30" fmla="*/ 1406447 w 2438400"/>
                <a:gd name="csY30" fmla="*/ 212284 h 2438401"/>
                <a:gd name="csX31" fmla="*/ 1422888 w 2438400"/>
                <a:gd name="csY31" fmla="*/ 276225 h 2438401"/>
                <a:gd name="csX32" fmla="*/ 0 w 2438400"/>
                <a:gd name="csY32" fmla="*/ 276225 h 24384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</a:cxnLst>
              <a:rect l="l" t="t" r="r" b="b"/>
              <a:pathLst>
                <a:path w="2438400" h="2438401">
                  <a:moveTo>
                    <a:pt x="2162174" y="1015509"/>
                  </a:moveTo>
                  <a:lnTo>
                    <a:pt x="2226113" y="1031950"/>
                  </a:lnTo>
                  <a:cubicBezTo>
                    <a:pt x="2294683" y="1045981"/>
                    <a:pt x="2365681" y="1053350"/>
                    <a:pt x="2438400" y="1053350"/>
                  </a:cubicBezTo>
                  <a:lnTo>
                    <a:pt x="2438400" y="2438401"/>
                  </a:lnTo>
                  <a:lnTo>
                    <a:pt x="2162174" y="2438401"/>
                  </a:lnTo>
                  <a:close/>
                  <a:moveTo>
                    <a:pt x="1385048" y="0"/>
                  </a:moveTo>
                  <a:lnTo>
                    <a:pt x="1659489" y="0"/>
                  </a:lnTo>
                  <a:lnTo>
                    <a:pt x="1663510" y="79636"/>
                  </a:lnTo>
                  <a:cubicBezTo>
                    <a:pt x="1666170" y="105821"/>
                    <a:pt x="1670126" y="131622"/>
                    <a:pt x="1675314" y="156975"/>
                  </a:cubicBezTo>
                  <a:lnTo>
                    <a:pt x="1712331" y="276225"/>
                  </a:lnTo>
                  <a:lnTo>
                    <a:pt x="1712330" y="276225"/>
                  </a:lnTo>
                  <a:lnTo>
                    <a:pt x="1720699" y="303185"/>
                  </a:lnTo>
                  <a:cubicBezTo>
                    <a:pt x="1799529" y="489560"/>
                    <a:pt x="1948837" y="638868"/>
                    <a:pt x="2135212" y="717698"/>
                  </a:cubicBezTo>
                  <a:lnTo>
                    <a:pt x="2162174" y="726067"/>
                  </a:lnTo>
                  <a:lnTo>
                    <a:pt x="2162174" y="726067"/>
                  </a:lnTo>
                  <a:lnTo>
                    <a:pt x="2281422" y="763084"/>
                  </a:lnTo>
                  <a:cubicBezTo>
                    <a:pt x="2332127" y="773460"/>
                    <a:pt x="2384627" y="778909"/>
                    <a:pt x="2438400" y="778909"/>
                  </a:cubicBezTo>
                  <a:lnTo>
                    <a:pt x="2438400" y="1053350"/>
                  </a:lnTo>
                  <a:cubicBezTo>
                    <a:pt x="2365681" y="1053350"/>
                    <a:pt x="2294683" y="1045981"/>
                    <a:pt x="2226113" y="1031950"/>
                  </a:cubicBezTo>
                  <a:lnTo>
                    <a:pt x="2162174" y="1015509"/>
                  </a:lnTo>
                  <a:lnTo>
                    <a:pt x="2162174" y="1015509"/>
                  </a:lnTo>
                  <a:lnTo>
                    <a:pt x="2125165" y="1005993"/>
                  </a:lnTo>
                  <a:cubicBezTo>
                    <a:pt x="1795329" y="903404"/>
                    <a:pt x="1534993" y="643068"/>
                    <a:pt x="1432404" y="313232"/>
                  </a:cubicBezTo>
                  <a:lnTo>
                    <a:pt x="1422888" y="276225"/>
                  </a:lnTo>
                  <a:lnTo>
                    <a:pt x="1422889" y="276225"/>
                  </a:lnTo>
                  <a:lnTo>
                    <a:pt x="1406448" y="212284"/>
                  </a:lnTo>
                  <a:cubicBezTo>
                    <a:pt x="1399433" y="177999"/>
                    <a:pt x="1394082" y="143107"/>
                    <a:pt x="1390486" y="107696"/>
                  </a:cubicBezTo>
                  <a:close/>
                  <a:moveTo>
                    <a:pt x="0" y="0"/>
                  </a:moveTo>
                  <a:lnTo>
                    <a:pt x="1385047" y="0"/>
                  </a:lnTo>
                  <a:lnTo>
                    <a:pt x="1390485" y="107696"/>
                  </a:lnTo>
                  <a:cubicBezTo>
                    <a:pt x="1394081" y="143107"/>
                    <a:pt x="1399432" y="177999"/>
                    <a:pt x="1406447" y="212284"/>
                  </a:cubicBezTo>
                  <a:lnTo>
                    <a:pt x="1422888" y="276225"/>
                  </a:lnTo>
                  <a:lnTo>
                    <a:pt x="0" y="276225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EDAFC0B2-1987-CD97-9F8E-ECEC13F6C2C3}"/>
              </a:ext>
            </a:extLst>
          </p:cNvPr>
          <p:cNvSpPr/>
          <p:nvPr/>
        </p:nvSpPr>
        <p:spPr>
          <a:xfrm>
            <a:off x="-1" y="4876800"/>
            <a:ext cx="4876800" cy="487680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tx1"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3F2FFF7-D666-36AC-2E9D-B53E0171ABC9}"/>
              </a:ext>
            </a:extLst>
          </p:cNvPr>
          <p:cNvSpPr/>
          <p:nvPr/>
        </p:nvSpPr>
        <p:spPr>
          <a:xfrm rot="5400000">
            <a:off x="4876799" y="4876800"/>
            <a:ext cx="4876800" cy="487680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tx1"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24621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ECB3DAF4-8663-AF38-92E2-5294AEDBE13E}"/>
              </a:ext>
            </a:extLst>
          </p:cNvPr>
          <p:cNvGrpSpPr/>
          <p:nvPr/>
        </p:nvGrpSpPr>
        <p:grpSpPr>
          <a:xfrm>
            <a:off x="0" y="0"/>
            <a:ext cx="4876800" cy="4876800"/>
            <a:chOff x="0" y="0"/>
            <a:chExt cx="4876800" cy="4876800"/>
          </a:xfrm>
          <a:solidFill>
            <a:schemeClr val="tx1"/>
          </a:solidFill>
        </p:grpSpPr>
        <p:sp>
          <p:nvSpPr>
            <p:cNvPr id="2" name="Circle: Hollow 1">
              <a:extLst>
                <a:ext uri="{FF2B5EF4-FFF2-40B4-BE49-F238E27FC236}">
                  <a16:creationId xmlns:a16="http://schemas.microsoft.com/office/drawing/2014/main" id="{3DB579B6-D864-88CF-51F1-416DC70268ED}"/>
                </a:ext>
              </a:extLst>
            </p:cNvPr>
            <p:cNvSpPr/>
            <p:nvPr/>
          </p:nvSpPr>
          <p:spPr>
            <a:xfrm>
              <a:off x="0" y="0"/>
              <a:ext cx="4876800" cy="4876800"/>
            </a:xfrm>
            <a:prstGeom prst="donut">
              <a:avLst>
                <a:gd name="adj" fmla="val 4226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A55C4B68-6049-ADAA-FF82-2386D47BD36C}"/>
                </a:ext>
              </a:extLst>
            </p:cNvPr>
            <p:cNvGrpSpPr/>
            <p:nvPr/>
          </p:nvGrpSpPr>
          <p:grpSpPr>
            <a:xfrm>
              <a:off x="2263140" y="99060"/>
              <a:ext cx="350520" cy="4635818"/>
              <a:chOff x="2263140" y="99060"/>
              <a:chExt cx="350520" cy="4635818"/>
            </a:xfrm>
            <a:grpFill/>
          </p:grpSpPr>
          <p:sp>
            <p:nvSpPr>
              <p:cNvPr id="4" name="Isosceles Triangle 3">
                <a:extLst>
                  <a:ext uri="{FF2B5EF4-FFF2-40B4-BE49-F238E27FC236}">
                    <a16:creationId xmlns:a16="http://schemas.microsoft.com/office/drawing/2014/main" id="{D578E62F-9CFB-4EA6-E870-F0E56ED9B5A5}"/>
                  </a:ext>
                </a:extLst>
              </p:cNvPr>
              <p:cNvSpPr/>
              <p:nvPr/>
            </p:nvSpPr>
            <p:spPr>
              <a:xfrm rot="10800000">
                <a:off x="2263140" y="99060"/>
                <a:ext cx="350520" cy="563880"/>
              </a:xfrm>
              <a:prstGeom prst="triangl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" name="Isosceles Triangle 5">
                <a:extLst>
                  <a:ext uri="{FF2B5EF4-FFF2-40B4-BE49-F238E27FC236}">
                    <a16:creationId xmlns:a16="http://schemas.microsoft.com/office/drawing/2014/main" id="{C3EBEBFA-5494-EE1D-2906-092209E8666A}"/>
                  </a:ext>
                </a:extLst>
              </p:cNvPr>
              <p:cNvSpPr/>
              <p:nvPr/>
            </p:nvSpPr>
            <p:spPr>
              <a:xfrm>
                <a:off x="2263140" y="4170998"/>
                <a:ext cx="350520" cy="563880"/>
              </a:xfrm>
              <a:prstGeom prst="triangl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72CE6833-B5E9-3BA3-AD4E-F2FB81D9621B}"/>
                </a:ext>
              </a:extLst>
            </p:cNvPr>
            <p:cNvGrpSpPr/>
            <p:nvPr/>
          </p:nvGrpSpPr>
          <p:grpSpPr>
            <a:xfrm rot="5400000">
              <a:off x="2257425" y="120491"/>
              <a:ext cx="350520" cy="4635818"/>
              <a:chOff x="2263140" y="99060"/>
              <a:chExt cx="350520" cy="4635818"/>
            </a:xfrm>
            <a:grpFill/>
          </p:grpSpPr>
          <p:sp>
            <p:nvSpPr>
              <p:cNvPr id="9" name="Isosceles Triangle 8">
                <a:extLst>
                  <a:ext uri="{FF2B5EF4-FFF2-40B4-BE49-F238E27FC236}">
                    <a16:creationId xmlns:a16="http://schemas.microsoft.com/office/drawing/2014/main" id="{D8590A39-5DE4-A507-CB6C-CA7B66560203}"/>
                  </a:ext>
                </a:extLst>
              </p:cNvPr>
              <p:cNvSpPr/>
              <p:nvPr/>
            </p:nvSpPr>
            <p:spPr>
              <a:xfrm rot="10800000">
                <a:off x="2263140" y="99060"/>
                <a:ext cx="350520" cy="563880"/>
              </a:xfrm>
              <a:prstGeom prst="triangl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" name="Isosceles Triangle 9">
                <a:extLst>
                  <a:ext uri="{FF2B5EF4-FFF2-40B4-BE49-F238E27FC236}">
                    <a16:creationId xmlns:a16="http://schemas.microsoft.com/office/drawing/2014/main" id="{6BE82C90-30BC-6498-6346-31062027060A}"/>
                  </a:ext>
                </a:extLst>
              </p:cNvPr>
              <p:cNvSpPr/>
              <p:nvPr/>
            </p:nvSpPr>
            <p:spPr>
              <a:xfrm>
                <a:off x="2263140" y="4170998"/>
                <a:ext cx="350520" cy="563880"/>
              </a:xfrm>
              <a:prstGeom prst="triangl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30C46B9-4E45-8362-37CE-9B159BE1883C}"/>
              </a:ext>
            </a:extLst>
          </p:cNvPr>
          <p:cNvGrpSpPr/>
          <p:nvPr/>
        </p:nvGrpSpPr>
        <p:grpSpPr>
          <a:xfrm>
            <a:off x="350520" y="356234"/>
            <a:ext cx="4164330" cy="4164330"/>
            <a:chOff x="350520" y="356234"/>
            <a:chExt cx="4164330" cy="4164330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00646903-2B66-61CD-3FBD-50116CD475D4}"/>
                </a:ext>
              </a:extLst>
            </p:cNvPr>
            <p:cNvGrpSpPr/>
            <p:nvPr/>
          </p:nvGrpSpPr>
          <p:grpSpPr>
            <a:xfrm>
              <a:off x="350520" y="356234"/>
              <a:ext cx="4164330" cy="4164330"/>
              <a:chOff x="350520" y="356234"/>
              <a:chExt cx="4164330" cy="4164330"/>
            </a:xfrm>
          </p:grpSpPr>
          <p:sp>
            <p:nvSpPr>
              <p:cNvPr id="12" name="Block Arc 11">
                <a:extLst>
                  <a:ext uri="{FF2B5EF4-FFF2-40B4-BE49-F238E27FC236}">
                    <a16:creationId xmlns:a16="http://schemas.microsoft.com/office/drawing/2014/main" id="{4524292D-52F9-6435-BA2D-146D1B6AB220}"/>
                  </a:ext>
                </a:extLst>
              </p:cNvPr>
              <p:cNvSpPr/>
              <p:nvPr/>
            </p:nvSpPr>
            <p:spPr>
              <a:xfrm>
                <a:off x="350520" y="356234"/>
                <a:ext cx="4164330" cy="4164330"/>
              </a:xfrm>
              <a:prstGeom prst="blockArc">
                <a:avLst>
                  <a:gd name="adj1" fmla="val 16634571"/>
                  <a:gd name="adj2" fmla="val 21206944"/>
                  <a:gd name="adj3" fmla="val 8566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" name="Block Arc 13">
                <a:extLst>
                  <a:ext uri="{FF2B5EF4-FFF2-40B4-BE49-F238E27FC236}">
                    <a16:creationId xmlns:a16="http://schemas.microsoft.com/office/drawing/2014/main" id="{846A3CE5-73E4-855A-82D1-53033294535F}"/>
                  </a:ext>
                </a:extLst>
              </p:cNvPr>
              <p:cNvSpPr/>
              <p:nvPr/>
            </p:nvSpPr>
            <p:spPr>
              <a:xfrm rot="10800000">
                <a:off x="350520" y="356234"/>
                <a:ext cx="4164330" cy="4164330"/>
              </a:xfrm>
              <a:prstGeom prst="blockArc">
                <a:avLst>
                  <a:gd name="adj1" fmla="val 16634571"/>
                  <a:gd name="adj2" fmla="val 21206944"/>
                  <a:gd name="adj3" fmla="val 8566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51C06602-A77C-10CD-70DF-3843BFAE3771}"/>
                </a:ext>
              </a:extLst>
            </p:cNvPr>
            <p:cNvGrpSpPr/>
            <p:nvPr/>
          </p:nvGrpSpPr>
          <p:grpSpPr>
            <a:xfrm rot="5400000">
              <a:off x="350520" y="356234"/>
              <a:ext cx="4164330" cy="4164330"/>
              <a:chOff x="350520" y="356234"/>
              <a:chExt cx="4164330" cy="4164330"/>
            </a:xfrm>
          </p:grpSpPr>
          <p:sp>
            <p:nvSpPr>
              <p:cNvPr id="19" name="Block Arc 18">
                <a:extLst>
                  <a:ext uri="{FF2B5EF4-FFF2-40B4-BE49-F238E27FC236}">
                    <a16:creationId xmlns:a16="http://schemas.microsoft.com/office/drawing/2014/main" id="{0DA38049-DAF9-EF0C-5BE4-1A8BE348C033}"/>
                  </a:ext>
                </a:extLst>
              </p:cNvPr>
              <p:cNvSpPr/>
              <p:nvPr/>
            </p:nvSpPr>
            <p:spPr>
              <a:xfrm>
                <a:off x="350520" y="356234"/>
                <a:ext cx="4164330" cy="4164330"/>
              </a:xfrm>
              <a:prstGeom prst="blockArc">
                <a:avLst>
                  <a:gd name="adj1" fmla="val 16634571"/>
                  <a:gd name="adj2" fmla="val 21206944"/>
                  <a:gd name="adj3" fmla="val 8566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0" name="Block Arc 19">
                <a:extLst>
                  <a:ext uri="{FF2B5EF4-FFF2-40B4-BE49-F238E27FC236}">
                    <a16:creationId xmlns:a16="http://schemas.microsoft.com/office/drawing/2014/main" id="{D6D2499B-D6AE-11C5-6B3D-6903EB8A7F73}"/>
                  </a:ext>
                </a:extLst>
              </p:cNvPr>
              <p:cNvSpPr/>
              <p:nvPr/>
            </p:nvSpPr>
            <p:spPr>
              <a:xfrm rot="10800000">
                <a:off x="350520" y="356234"/>
                <a:ext cx="4164330" cy="4164330"/>
              </a:xfrm>
              <a:prstGeom prst="blockArc">
                <a:avLst>
                  <a:gd name="adj1" fmla="val 16634571"/>
                  <a:gd name="adj2" fmla="val 21206944"/>
                  <a:gd name="adj3" fmla="val 8566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473907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ysClr val="windowText" lastClr="000000"/>
      </a:dk1>
      <a:lt1>
        <a:sysClr val="window" lastClr="FFFFFF"/>
      </a:lt1>
      <a:dk2>
        <a:srgbClr val="10013F"/>
      </a:dk2>
      <a:lt2>
        <a:srgbClr val="F2F0FF"/>
      </a:lt2>
      <a:accent1>
        <a:srgbClr val="CEB17E"/>
      </a:accent1>
      <a:accent2>
        <a:srgbClr val="4D6ED7"/>
      </a:accent2>
      <a:accent3>
        <a:srgbClr val="D24646"/>
      </a:accent3>
      <a:accent4>
        <a:srgbClr val="5CC670"/>
      </a:accent4>
      <a:accent5>
        <a:srgbClr val="6E97B0"/>
      </a:accent5>
      <a:accent6>
        <a:srgbClr val="F5ADC8"/>
      </a:accent6>
      <a:hlink>
        <a:srgbClr val="0563C1"/>
      </a:hlink>
      <a:folHlink>
        <a:srgbClr val="954F72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44</TotalTime>
  <Words>2</Words>
  <Application>Microsoft Office PowerPoint</Application>
  <PresentationFormat>Custom</PresentationFormat>
  <Paragraphs>2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Pretendard</vt:lpstr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강 박</dc:creator>
  <cp:lastModifiedBy>강 박</cp:lastModifiedBy>
  <cp:revision>15</cp:revision>
  <dcterms:created xsi:type="dcterms:W3CDTF">2026-08-04T06:07:04Z</dcterms:created>
  <dcterms:modified xsi:type="dcterms:W3CDTF">2026-08-05T09:36:51Z</dcterms:modified>
</cp:coreProperties>
</file>
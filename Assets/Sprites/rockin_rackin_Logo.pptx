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753600" cy="975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24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596249"/>
            <a:ext cx="8290560" cy="3395698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200" y="5122898"/>
            <a:ext cx="7315200" cy="2354862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n-US" altLang="ko-KR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3418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685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481" y="2431629"/>
            <a:ext cx="8412480" cy="4057226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81" y="6527239"/>
            <a:ext cx="8412480" cy="21335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43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0560" y="2596444"/>
            <a:ext cx="4145280" cy="6188570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37760" y="2596444"/>
            <a:ext cx="4145280" cy="6188570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1003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519291"/>
            <a:ext cx="8412480" cy="188524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1832" y="2390987"/>
            <a:ext cx="4126229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1832" y="3562773"/>
            <a:ext cx="4126229" cy="5240303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37761" y="2390987"/>
            <a:ext cx="4146550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37761" y="3562773"/>
            <a:ext cx="4146550" cy="5240303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845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9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56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650240"/>
            <a:ext cx="3145790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6550" y="1404340"/>
            <a:ext cx="4937760" cy="6931378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2926080"/>
            <a:ext cx="3145790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90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650240"/>
            <a:ext cx="3145790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6550" y="1404340"/>
            <a:ext cx="4937760" cy="6931378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n-US" altLang="ko-KR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2926080"/>
            <a:ext cx="3145790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428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1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9921" y="519289"/>
            <a:ext cx="2103120" cy="8265725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0561" y="519289"/>
            <a:ext cx="6187440" cy="8265725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293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0560" y="519291"/>
            <a:ext cx="8412480" cy="1885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60" y="2596444"/>
            <a:ext cx="8412480" cy="618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0560" y="9040144"/>
            <a:ext cx="219456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AED35-DFB6-4BA2-A5B6-52D99E578295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30880" y="9040144"/>
            <a:ext cx="329184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480" y="9040144"/>
            <a:ext cx="219456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00383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75390" rtl="0" eaLnBrk="1" latinLnBrk="1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1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E5E79948-C4DB-7076-9689-DE618D6C564E}"/>
              </a:ext>
            </a:extLst>
          </p:cNvPr>
          <p:cNvGrpSpPr/>
          <p:nvPr/>
        </p:nvGrpSpPr>
        <p:grpSpPr>
          <a:xfrm>
            <a:off x="1362634" y="3034798"/>
            <a:ext cx="7028330" cy="4424340"/>
            <a:chOff x="1362634" y="3034798"/>
            <a:chExt cx="7028330" cy="442434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67CD1CB-CCB6-FDCF-FD63-A6445651DD1E}"/>
                </a:ext>
              </a:extLst>
            </p:cNvPr>
            <p:cNvSpPr txBox="1"/>
            <p:nvPr/>
          </p:nvSpPr>
          <p:spPr>
            <a:xfrm>
              <a:off x="1362634" y="3582148"/>
              <a:ext cx="7028330" cy="1664820"/>
            </a:xfrm>
            <a:prstGeom prst="rect">
              <a:avLst/>
            </a:prstGeom>
            <a:noFill/>
            <a:scene3d>
              <a:camera prst="perspectiveRight" fov="6000000">
                <a:rot lat="0" lon="19499991" rev="21299994"/>
              </a:camera>
              <a:lightRig rig="balanced" dir="t"/>
            </a:scene3d>
            <a:sp3d prstMaterial="matte"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altLang="ko-KR" sz="14400" b="1" dirty="0" err="1">
                  <a:ln w="50800">
                    <a:solidFill>
                      <a:schemeClr val="tx1"/>
                    </a:solidFill>
                  </a:ln>
                  <a:noFill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Rockin</a:t>
              </a:r>
              <a:endParaRPr lang="ko-KR" altLang="en-US" sz="14400" b="1" dirty="0">
                <a:ln w="50800">
                  <a:solidFill>
                    <a:schemeClr val="tx1"/>
                  </a:solidFill>
                </a:ln>
                <a:noFill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3622E9-6BB4-C120-6B85-CBB70D8EC406}"/>
                </a:ext>
              </a:extLst>
            </p:cNvPr>
            <p:cNvSpPr txBox="1"/>
            <p:nvPr/>
          </p:nvSpPr>
          <p:spPr>
            <a:xfrm>
              <a:off x="1362634" y="5246968"/>
              <a:ext cx="7028330" cy="1664820"/>
            </a:xfrm>
            <a:prstGeom prst="rect">
              <a:avLst/>
            </a:prstGeom>
            <a:noFill/>
            <a:scene3d>
              <a:camera prst="perspectiveRight" fov="6000000">
                <a:rot lat="0" lon="2100000" rev="21299999"/>
              </a:camera>
              <a:lightRig rig="balanced" dir="t"/>
            </a:scene3d>
            <a:sp3d prstMaterial="matte"/>
          </p:spPr>
          <p:txBody>
            <a:bodyPr wrap="none" rtlCol="0" anchor="ctr">
              <a:noAutofit/>
            </a:bodyPr>
            <a:lstStyle/>
            <a:p>
              <a:r>
                <a:rPr lang="en-US" altLang="ko-KR" sz="14400" b="1" dirty="0" err="1">
                  <a:ln w="50800">
                    <a:noFill/>
                  </a:ln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Rackin</a:t>
              </a:r>
              <a:endParaRPr lang="ko-KR" altLang="en-US" sz="14400" b="1" dirty="0">
                <a:ln w="50800">
                  <a:noFill/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4A15853-7C01-C8F4-DE25-B880DB17FEEF}"/>
                </a:ext>
              </a:extLst>
            </p:cNvPr>
            <p:cNvSpPr/>
            <p:nvPr/>
          </p:nvSpPr>
          <p:spPr>
            <a:xfrm rot="337805">
              <a:off x="1825538" y="3324872"/>
              <a:ext cx="6102522" cy="3844192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22712AF-B2F5-E14D-03CD-F3E49E52DD40}"/>
                </a:ext>
              </a:extLst>
            </p:cNvPr>
            <p:cNvSpPr/>
            <p:nvPr/>
          </p:nvSpPr>
          <p:spPr>
            <a:xfrm>
              <a:off x="1651689" y="3034798"/>
              <a:ext cx="6450220" cy="4424340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87131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2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Pretendard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 박</dc:creator>
  <cp:lastModifiedBy>강 박</cp:lastModifiedBy>
  <cp:revision>5</cp:revision>
  <dcterms:created xsi:type="dcterms:W3CDTF">2026-08-04T06:07:04Z</dcterms:created>
  <dcterms:modified xsi:type="dcterms:W3CDTF">2026-08-04T06:13:22Z</dcterms:modified>
</cp:coreProperties>
</file>
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753600" cy="975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243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596249"/>
            <a:ext cx="8290560" cy="3395698"/>
          </a:xfrm>
        </p:spPr>
        <p:txBody>
          <a:bodyPr anchor="b"/>
          <a:lstStyle>
            <a:lvl1pPr algn="ctr"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19200" y="5122898"/>
            <a:ext cx="7315200" cy="2354862"/>
          </a:xfrm>
        </p:spPr>
        <p:txBody>
          <a:bodyPr/>
          <a:lstStyle>
            <a:lvl1pPr marL="0" indent="0" algn="ctr">
              <a:buNone/>
              <a:defRPr sz="2560"/>
            </a:lvl1pPr>
            <a:lvl2pPr marL="487695" indent="0" algn="ctr">
              <a:buNone/>
              <a:defRPr sz="2133"/>
            </a:lvl2pPr>
            <a:lvl3pPr marL="975390" indent="0" algn="ctr">
              <a:buNone/>
              <a:defRPr sz="1920"/>
            </a:lvl3pPr>
            <a:lvl4pPr marL="1463086" indent="0" algn="ctr">
              <a:buNone/>
              <a:defRPr sz="1707"/>
            </a:lvl4pPr>
            <a:lvl5pPr marL="1950781" indent="0" algn="ctr">
              <a:buNone/>
              <a:defRPr sz="1707"/>
            </a:lvl5pPr>
            <a:lvl6pPr marL="2438476" indent="0" algn="ctr">
              <a:buNone/>
              <a:defRPr sz="1707"/>
            </a:lvl6pPr>
            <a:lvl7pPr marL="2926171" indent="0" algn="ctr">
              <a:buNone/>
              <a:defRPr sz="1707"/>
            </a:lvl7pPr>
            <a:lvl8pPr marL="3413867" indent="0" algn="ctr">
              <a:buNone/>
              <a:defRPr sz="1707"/>
            </a:lvl8pPr>
            <a:lvl9pPr marL="3901562" indent="0" algn="ctr">
              <a:buNone/>
              <a:defRPr sz="1707"/>
            </a:lvl9pPr>
          </a:lstStyle>
          <a:p>
            <a:r>
              <a:rPr lang="en-US" altLang="ko-KR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3418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5685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481" y="2431629"/>
            <a:ext cx="8412480" cy="4057226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5481" y="6527239"/>
            <a:ext cx="8412480" cy="2133599"/>
          </a:xfrm>
        </p:spPr>
        <p:txBody>
          <a:bodyPr/>
          <a:lstStyle>
            <a:lvl1pPr marL="0" indent="0">
              <a:buNone/>
              <a:defRPr sz="2560">
                <a:solidFill>
                  <a:schemeClr val="tx1">
                    <a:tint val="82000"/>
                  </a:schemeClr>
                </a:solidFill>
              </a:defRPr>
            </a:lvl1pPr>
            <a:lvl2pPr marL="487695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2pPr>
            <a:lvl3pPr marL="975390" indent="0">
              <a:buNone/>
              <a:defRPr sz="1920">
                <a:solidFill>
                  <a:schemeClr val="tx1">
                    <a:tint val="82000"/>
                  </a:schemeClr>
                </a:solidFill>
              </a:defRPr>
            </a:lvl3pPr>
            <a:lvl4pPr marL="146308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4pPr>
            <a:lvl5pPr marL="195078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5pPr>
            <a:lvl6pPr marL="2438476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6pPr>
            <a:lvl7pPr marL="2926171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7pPr>
            <a:lvl8pPr marL="3413867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8pPr>
            <a:lvl9pPr marL="3901562" indent="0">
              <a:buNone/>
              <a:defRPr sz="170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643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05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37760" y="2596444"/>
            <a:ext cx="4145280" cy="6188570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1003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519291"/>
            <a:ext cx="8412480" cy="1885245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1832" y="2390987"/>
            <a:ext cx="4126229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1832" y="3562773"/>
            <a:ext cx="4126229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937761" y="2390987"/>
            <a:ext cx="4146550" cy="1171786"/>
          </a:xfrm>
        </p:spPr>
        <p:txBody>
          <a:bodyPr anchor="b"/>
          <a:lstStyle>
            <a:lvl1pPr marL="0" indent="0">
              <a:buNone/>
              <a:defRPr sz="2560" b="1"/>
            </a:lvl1pPr>
            <a:lvl2pPr marL="487695" indent="0">
              <a:buNone/>
              <a:defRPr sz="2133" b="1"/>
            </a:lvl2pPr>
            <a:lvl3pPr marL="975390" indent="0">
              <a:buNone/>
              <a:defRPr sz="1920" b="1"/>
            </a:lvl3pPr>
            <a:lvl4pPr marL="1463086" indent="0">
              <a:buNone/>
              <a:defRPr sz="1707" b="1"/>
            </a:lvl4pPr>
            <a:lvl5pPr marL="1950781" indent="0">
              <a:buNone/>
              <a:defRPr sz="1707" b="1"/>
            </a:lvl5pPr>
            <a:lvl6pPr marL="2438476" indent="0">
              <a:buNone/>
              <a:defRPr sz="1707" b="1"/>
            </a:lvl6pPr>
            <a:lvl7pPr marL="2926171" indent="0">
              <a:buNone/>
              <a:defRPr sz="1707" b="1"/>
            </a:lvl7pPr>
            <a:lvl8pPr marL="3413867" indent="0">
              <a:buNone/>
              <a:defRPr sz="1707" b="1"/>
            </a:lvl8pPr>
            <a:lvl9pPr marL="3901562" indent="0">
              <a:buNone/>
              <a:defRPr sz="1707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937761" y="3562773"/>
            <a:ext cx="4146550" cy="5240303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2845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9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956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46550" y="1404340"/>
            <a:ext cx="4937760" cy="6931378"/>
          </a:xfrm>
        </p:spPr>
        <p:txBody>
          <a:bodyPr/>
          <a:lstStyle>
            <a:lvl1pPr>
              <a:defRPr sz="3413"/>
            </a:lvl1pPr>
            <a:lvl2pPr>
              <a:defRPr sz="2987"/>
            </a:lvl2pPr>
            <a:lvl3pPr>
              <a:defRPr sz="256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90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1830" y="650240"/>
            <a:ext cx="3145790" cy="2275840"/>
          </a:xfrm>
        </p:spPr>
        <p:txBody>
          <a:bodyPr anchor="b"/>
          <a:lstStyle>
            <a:lvl1pPr>
              <a:defRPr sz="3413"/>
            </a:lvl1pPr>
          </a:lstStyle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6550" y="1404340"/>
            <a:ext cx="4937760" cy="6931378"/>
          </a:xfrm>
        </p:spPr>
        <p:txBody>
          <a:bodyPr anchor="t"/>
          <a:lstStyle>
            <a:lvl1pPr marL="0" indent="0">
              <a:buNone/>
              <a:defRPr sz="3413"/>
            </a:lvl1pPr>
            <a:lvl2pPr marL="487695" indent="0">
              <a:buNone/>
              <a:defRPr sz="2987"/>
            </a:lvl2pPr>
            <a:lvl3pPr marL="975390" indent="0">
              <a:buNone/>
              <a:defRPr sz="2560"/>
            </a:lvl3pPr>
            <a:lvl4pPr marL="1463086" indent="0">
              <a:buNone/>
              <a:defRPr sz="2133"/>
            </a:lvl4pPr>
            <a:lvl5pPr marL="1950781" indent="0">
              <a:buNone/>
              <a:defRPr sz="2133"/>
            </a:lvl5pPr>
            <a:lvl6pPr marL="2438476" indent="0">
              <a:buNone/>
              <a:defRPr sz="2133"/>
            </a:lvl6pPr>
            <a:lvl7pPr marL="2926171" indent="0">
              <a:buNone/>
              <a:defRPr sz="2133"/>
            </a:lvl7pPr>
            <a:lvl8pPr marL="3413867" indent="0">
              <a:buNone/>
              <a:defRPr sz="2133"/>
            </a:lvl8pPr>
            <a:lvl9pPr marL="3901562" indent="0">
              <a:buNone/>
              <a:defRPr sz="2133"/>
            </a:lvl9pPr>
          </a:lstStyle>
          <a:p>
            <a:r>
              <a:rPr lang="en-US" altLang="ko-KR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1830" y="2926080"/>
            <a:ext cx="3145790" cy="5420925"/>
          </a:xfrm>
        </p:spPr>
        <p:txBody>
          <a:bodyPr/>
          <a:lstStyle>
            <a:lvl1pPr marL="0" indent="0">
              <a:buNone/>
              <a:defRPr sz="1707"/>
            </a:lvl1pPr>
            <a:lvl2pPr marL="487695" indent="0">
              <a:buNone/>
              <a:defRPr sz="1493"/>
            </a:lvl2pPr>
            <a:lvl3pPr marL="975390" indent="0">
              <a:buNone/>
              <a:defRPr sz="1280"/>
            </a:lvl3pPr>
            <a:lvl4pPr marL="1463086" indent="0">
              <a:buNone/>
              <a:defRPr sz="1067"/>
            </a:lvl4pPr>
            <a:lvl5pPr marL="1950781" indent="0">
              <a:buNone/>
              <a:defRPr sz="1067"/>
            </a:lvl5pPr>
            <a:lvl6pPr marL="2438476" indent="0">
              <a:buNone/>
              <a:defRPr sz="1067"/>
            </a:lvl6pPr>
            <a:lvl7pPr marL="2926171" indent="0">
              <a:buNone/>
              <a:defRPr sz="1067"/>
            </a:lvl7pPr>
            <a:lvl8pPr marL="3413867" indent="0">
              <a:buNone/>
              <a:defRPr sz="1067"/>
            </a:lvl8pPr>
            <a:lvl9pPr marL="3901562" indent="0">
              <a:buNone/>
              <a:defRPr sz="1067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28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1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79921" y="519289"/>
            <a:ext cx="2103120" cy="8265725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0561" y="519289"/>
            <a:ext cx="6187440" cy="8265725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2936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0560" y="519291"/>
            <a:ext cx="8412480" cy="18852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0560" y="2596444"/>
            <a:ext cx="8412480" cy="61885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7056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DAED35-DFB6-4BA2-A5B6-52D99E578295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30880" y="9040144"/>
            <a:ext cx="329184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888480" y="9040144"/>
            <a:ext cx="2194560" cy="5192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202D6D-5B49-43C9-BAAD-59E1DE86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00383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75390" rtl="0" eaLnBrk="1" latinLnBrk="1" hangingPunct="1">
        <a:lnSpc>
          <a:spcPct val="90000"/>
        </a:lnSpc>
        <a:spcBef>
          <a:spcPct val="0"/>
        </a:spcBef>
        <a:buNone/>
        <a:defRPr sz="469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43848" indent="-243848" algn="l" defTabSz="975390" rtl="0" eaLnBrk="1" latinLnBrk="1" hangingPunct="1">
        <a:lnSpc>
          <a:spcPct val="90000"/>
        </a:lnSpc>
        <a:spcBef>
          <a:spcPts val="1067"/>
        </a:spcBef>
        <a:buFont typeface="Arial" panose="020B0604020202020204" pitchFamily="34" charset="0"/>
        <a:buChar char="•"/>
        <a:defRPr sz="2987" kern="1200">
          <a:solidFill>
            <a:schemeClr val="tx1"/>
          </a:solidFill>
          <a:latin typeface="+mn-lt"/>
          <a:ea typeface="+mn-ea"/>
          <a:cs typeface="+mn-cs"/>
        </a:defRPr>
      </a:lvl1pPr>
      <a:lvl2pPr marL="73154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56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38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706933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219462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68232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3170019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657714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4145410" indent="-243848" algn="l" defTabSz="975390" rtl="0" eaLnBrk="1" latinLnBrk="1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1pPr>
      <a:lvl2pPr marL="487695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2pPr>
      <a:lvl3pPr marL="975390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3pPr>
      <a:lvl4pPr marL="146308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4pPr>
      <a:lvl5pPr marL="195078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5pPr>
      <a:lvl6pPr marL="2438476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6pPr>
      <a:lvl7pPr marL="2926171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7pPr>
      <a:lvl8pPr marL="3413867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8pPr>
      <a:lvl9pPr marL="3901562" algn="l" defTabSz="975390" rtl="0" eaLnBrk="1" latinLnBrk="1" hangingPunct="1">
        <a:defRPr sz="19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E5E79948-C4DB-7076-9689-DE618D6C564E}"/>
              </a:ext>
            </a:extLst>
          </p:cNvPr>
          <p:cNvGrpSpPr/>
          <p:nvPr/>
        </p:nvGrpSpPr>
        <p:grpSpPr>
          <a:xfrm>
            <a:off x="1362634" y="3034798"/>
            <a:ext cx="7028330" cy="4424340"/>
            <a:chOff x="1362634" y="3034798"/>
            <a:chExt cx="7028330" cy="442434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7CD1CB-CCB6-FDCF-FD63-A6445651DD1E}"/>
                </a:ext>
              </a:extLst>
            </p:cNvPr>
            <p:cNvSpPr txBox="1"/>
            <p:nvPr/>
          </p:nvSpPr>
          <p:spPr>
            <a:xfrm>
              <a:off x="1362634" y="3582148"/>
              <a:ext cx="7028330" cy="1664820"/>
            </a:xfrm>
            <a:prstGeom prst="rect">
              <a:avLst/>
            </a:prstGeom>
            <a:noFill/>
            <a:scene3d>
              <a:camera prst="perspectiveRight" fov="6000000">
                <a:rot lat="0" lon="19499991" rev="21299994"/>
              </a:camera>
              <a:lightRig rig="balanced" dir="t"/>
            </a:scene3d>
            <a:sp3d prstMaterial="matte"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altLang="ko-KR" sz="14400" b="1" dirty="0" err="1">
                  <a:ln w="50800">
                    <a:solidFill>
                      <a:schemeClr val="tx1"/>
                    </a:solidFill>
                  </a:ln>
                  <a:noFill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Rockin</a:t>
              </a:r>
              <a:endParaRPr lang="ko-KR" altLang="en-US" sz="14400" b="1" dirty="0">
                <a:ln w="50800">
                  <a:solidFill>
                    <a:schemeClr val="tx1"/>
                  </a:solidFill>
                </a:ln>
                <a:noFill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3622E9-6BB4-C120-6B85-CBB70D8EC406}"/>
                </a:ext>
              </a:extLst>
            </p:cNvPr>
            <p:cNvSpPr txBox="1"/>
            <p:nvPr/>
          </p:nvSpPr>
          <p:spPr>
            <a:xfrm>
              <a:off x="1362634" y="5246968"/>
              <a:ext cx="7028330" cy="1664820"/>
            </a:xfrm>
            <a:prstGeom prst="rect">
              <a:avLst/>
            </a:prstGeom>
            <a:noFill/>
            <a:scene3d>
              <a:camera prst="perspectiveRight" fov="6000000">
                <a:rot lat="0" lon="2100000" rev="21299999"/>
              </a:camera>
              <a:lightRig rig="balanced" dir="t"/>
            </a:scene3d>
            <a:sp3d prstMaterial="matte"/>
          </p:spPr>
          <p:txBody>
            <a:bodyPr wrap="none" rtlCol="0" anchor="ctr">
              <a:noAutofit/>
            </a:bodyPr>
            <a:lstStyle/>
            <a:p>
              <a:r>
                <a:rPr lang="en-US" altLang="ko-KR" sz="14400" b="1" dirty="0" err="1">
                  <a:ln w="50800">
                    <a:noFill/>
                  </a:ln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Rackin</a:t>
              </a:r>
              <a:endParaRPr lang="ko-KR" altLang="en-US" sz="14400" b="1" dirty="0">
                <a:ln w="50800">
                  <a:noFill/>
                </a:ln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4A15853-7C01-C8F4-DE25-B880DB17FEEF}"/>
                </a:ext>
              </a:extLst>
            </p:cNvPr>
            <p:cNvSpPr/>
            <p:nvPr/>
          </p:nvSpPr>
          <p:spPr>
            <a:xfrm rot="337805">
              <a:off x="1825538" y="3324872"/>
              <a:ext cx="6102522" cy="3844192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22712AF-B2F5-E14D-03CD-F3E49E52DD40}"/>
                </a:ext>
              </a:extLst>
            </p:cNvPr>
            <p:cNvSpPr/>
            <p:nvPr/>
          </p:nvSpPr>
          <p:spPr>
            <a:xfrm>
              <a:off x="1651689" y="3034798"/>
              <a:ext cx="6450220" cy="4424340"/>
            </a:xfrm>
            <a:prstGeom prst="rect">
              <a:avLst/>
            </a:prstGeom>
            <a:noFill/>
            <a:ln w="508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87131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8F9AE2FD-65F5-68E5-53E6-14CD89E79C55}"/>
              </a:ext>
            </a:extLst>
          </p:cNvPr>
          <p:cNvGrpSpPr/>
          <p:nvPr/>
        </p:nvGrpSpPr>
        <p:grpSpPr>
          <a:xfrm>
            <a:off x="0" y="0"/>
            <a:ext cx="4876800" cy="4876800"/>
            <a:chOff x="0" y="0"/>
            <a:chExt cx="4876800" cy="48768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5BC8C924-FE08-578F-8494-21C4165D6AB1}"/>
                </a:ext>
              </a:extLst>
            </p:cNvPr>
            <p:cNvSpPr/>
            <p:nvPr/>
          </p:nvSpPr>
          <p:spPr>
            <a:xfrm>
              <a:off x="0" y="0"/>
              <a:ext cx="4876800" cy="48768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Frame 3">
              <a:extLst>
                <a:ext uri="{FF2B5EF4-FFF2-40B4-BE49-F238E27FC236}">
                  <a16:creationId xmlns:a16="http://schemas.microsoft.com/office/drawing/2014/main" id="{611F1EBF-EC91-3FD5-C7C7-42B3F6DD1F35}"/>
                </a:ext>
              </a:extLst>
            </p:cNvPr>
            <p:cNvSpPr/>
            <p:nvPr/>
          </p:nvSpPr>
          <p:spPr>
            <a:xfrm>
              <a:off x="179294" y="179294"/>
              <a:ext cx="4518212" cy="4518212"/>
            </a:xfrm>
            <a:prstGeom prst="frame">
              <a:avLst>
                <a:gd name="adj1" fmla="val 7353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DDABEE3-DECB-B7F7-7432-F8809EFFF7DE}"/>
              </a:ext>
            </a:extLst>
          </p:cNvPr>
          <p:cNvGrpSpPr/>
          <p:nvPr/>
        </p:nvGrpSpPr>
        <p:grpSpPr>
          <a:xfrm>
            <a:off x="4876799" y="0"/>
            <a:ext cx="4876801" cy="4876801"/>
            <a:chOff x="4876799" y="0"/>
            <a:chExt cx="4876801" cy="4876801"/>
          </a:xfrm>
          <a:solidFill>
            <a:schemeClr val="tx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0A7C99B-A6B4-840B-6B8E-A91D87DAFCD7}"/>
                </a:ext>
              </a:extLst>
            </p:cNvPr>
            <p:cNvSpPr/>
            <p:nvPr/>
          </p:nvSpPr>
          <p:spPr>
            <a:xfrm>
              <a:off x="7315200" y="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208781D9-4ED5-9AA2-5F5E-091E56A2E925}"/>
                </a:ext>
              </a:extLst>
            </p:cNvPr>
            <p:cNvSpPr/>
            <p:nvPr/>
          </p:nvSpPr>
          <p:spPr>
            <a:xfrm rot="5400000">
              <a:off x="7315200" y="243840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A6CB8D-0753-19D5-EDEE-2A5B0582CD33}"/>
                </a:ext>
              </a:extLst>
            </p:cNvPr>
            <p:cNvSpPr/>
            <p:nvPr/>
          </p:nvSpPr>
          <p:spPr>
            <a:xfrm rot="10800000">
              <a:off x="4876800" y="2438399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9257E55-990A-DF82-E3A6-521F2B7E0371}"/>
                </a:ext>
              </a:extLst>
            </p:cNvPr>
            <p:cNvSpPr/>
            <p:nvPr/>
          </p:nvSpPr>
          <p:spPr>
            <a:xfrm rot="16200000">
              <a:off x="4876800" y="0"/>
              <a:ext cx="2438400" cy="2438401"/>
            </a:xfrm>
            <a:custGeom>
              <a:avLst/>
              <a:gdLst>
                <a:gd name="csX0" fmla="*/ 2162174 w 2438400"/>
                <a:gd name="csY0" fmla="*/ 1015509 h 2438401"/>
                <a:gd name="csX1" fmla="*/ 2226113 w 2438400"/>
                <a:gd name="csY1" fmla="*/ 1031950 h 2438401"/>
                <a:gd name="csX2" fmla="*/ 2438400 w 2438400"/>
                <a:gd name="csY2" fmla="*/ 1053350 h 2438401"/>
                <a:gd name="csX3" fmla="*/ 2438400 w 2438400"/>
                <a:gd name="csY3" fmla="*/ 2438401 h 2438401"/>
                <a:gd name="csX4" fmla="*/ 2162174 w 2438400"/>
                <a:gd name="csY4" fmla="*/ 2438401 h 2438401"/>
                <a:gd name="csX5" fmla="*/ 1385048 w 2438400"/>
                <a:gd name="csY5" fmla="*/ 0 h 2438401"/>
                <a:gd name="csX6" fmla="*/ 1659489 w 2438400"/>
                <a:gd name="csY6" fmla="*/ 0 h 2438401"/>
                <a:gd name="csX7" fmla="*/ 1663510 w 2438400"/>
                <a:gd name="csY7" fmla="*/ 79636 h 2438401"/>
                <a:gd name="csX8" fmla="*/ 1675314 w 2438400"/>
                <a:gd name="csY8" fmla="*/ 156975 h 2438401"/>
                <a:gd name="csX9" fmla="*/ 1712331 w 2438400"/>
                <a:gd name="csY9" fmla="*/ 276225 h 2438401"/>
                <a:gd name="csX10" fmla="*/ 1712330 w 2438400"/>
                <a:gd name="csY10" fmla="*/ 276225 h 2438401"/>
                <a:gd name="csX11" fmla="*/ 1720699 w 2438400"/>
                <a:gd name="csY11" fmla="*/ 303185 h 2438401"/>
                <a:gd name="csX12" fmla="*/ 2135212 w 2438400"/>
                <a:gd name="csY12" fmla="*/ 717698 h 2438401"/>
                <a:gd name="csX13" fmla="*/ 2162174 w 2438400"/>
                <a:gd name="csY13" fmla="*/ 726067 h 2438401"/>
                <a:gd name="csX14" fmla="*/ 2162174 w 2438400"/>
                <a:gd name="csY14" fmla="*/ 726067 h 2438401"/>
                <a:gd name="csX15" fmla="*/ 2281422 w 2438400"/>
                <a:gd name="csY15" fmla="*/ 763084 h 2438401"/>
                <a:gd name="csX16" fmla="*/ 2438400 w 2438400"/>
                <a:gd name="csY16" fmla="*/ 778909 h 2438401"/>
                <a:gd name="csX17" fmla="*/ 2438400 w 2438400"/>
                <a:gd name="csY17" fmla="*/ 1053350 h 2438401"/>
                <a:gd name="csX18" fmla="*/ 2226113 w 2438400"/>
                <a:gd name="csY18" fmla="*/ 1031950 h 2438401"/>
                <a:gd name="csX19" fmla="*/ 2162174 w 2438400"/>
                <a:gd name="csY19" fmla="*/ 1015509 h 2438401"/>
                <a:gd name="csX20" fmla="*/ 2162174 w 2438400"/>
                <a:gd name="csY20" fmla="*/ 1015509 h 2438401"/>
                <a:gd name="csX21" fmla="*/ 2125165 w 2438400"/>
                <a:gd name="csY21" fmla="*/ 1005993 h 2438401"/>
                <a:gd name="csX22" fmla="*/ 1432404 w 2438400"/>
                <a:gd name="csY22" fmla="*/ 313232 h 2438401"/>
                <a:gd name="csX23" fmla="*/ 1422888 w 2438400"/>
                <a:gd name="csY23" fmla="*/ 276225 h 2438401"/>
                <a:gd name="csX24" fmla="*/ 1422889 w 2438400"/>
                <a:gd name="csY24" fmla="*/ 276225 h 2438401"/>
                <a:gd name="csX25" fmla="*/ 1406448 w 2438400"/>
                <a:gd name="csY25" fmla="*/ 212284 h 2438401"/>
                <a:gd name="csX26" fmla="*/ 1390486 w 2438400"/>
                <a:gd name="csY26" fmla="*/ 107696 h 2438401"/>
                <a:gd name="csX27" fmla="*/ 0 w 2438400"/>
                <a:gd name="csY27" fmla="*/ 0 h 2438401"/>
                <a:gd name="csX28" fmla="*/ 1385047 w 2438400"/>
                <a:gd name="csY28" fmla="*/ 0 h 2438401"/>
                <a:gd name="csX29" fmla="*/ 1390485 w 2438400"/>
                <a:gd name="csY29" fmla="*/ 107696 h 2438401"/>
                <a:gd name="csX30" fmla="*/ 1406447 w 2438400"/>
                <a:gd name="csY30" fmla="*/ 212284 h 2438401"/>
                <a:gd name="csX31" fmla="*/ 1422888 w 2438400"/>
                <a:gd name="csY31" fmla="*/ 276225 h 2438401"/>
                <a:gd name="csX32" fmla="*/ 0 w 2438400"/>
                <a:gd name="csY32" fmla="*/ 276225 h 24384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</a:cxnLst>
              <a:rect l="l" t="t" r="r" b="b"/>
              <a:pathLst>
                <a:path w="2438400" h="2438401">
                  <a:moveTo>
                    <a:pt x="2162174" y="1015509"/>
                  </a:moveTo>
                  <a:lnTo>
                    <a:pt x="2226113" y="1031950"/>
                  </a:lnTo>
                  <a:cubicBezTo>
                    <a:pt x="2294683" y="1045981"/>
                    <a:pt x="2365681" y="1053350"/>
                    <a:pt x="2438400" y="1053350"/>
                  </a:cubicBezTo>
                  <a:lnTo>
                    <a:pt x="2438400" y="2438401"/>
                  </a:lnTo>
                  <a:lnTo>
                    <a:pt x="2162174" y="2438401"/>
                  </a:lnTo>
                  <a:close/>
                  <a:moveTo>
                    <a:pt x="1385048" y="0"/>
                  </a:moveTo>
                  <a:lnTo>
                    <a:pt x="1659489" y="0"/>
                  </a:lnTo>
                  <a:lnTo>
                    <a:pt x="1663510" y="79636"/>
                  </a:lnTo>
                  <a:cubicBezTo>
                    <a:pt x="1666170" y="105821"/>
                    <a:pt x="1670126" y="131622"/>
                    <a:pt x="1675314" y="156975"/>
                  </a:cubicBezTo>
                  <a:lnTo>
                    <a:pt x="1712331" y="276225"/>
                  </a:lnTo>
                  <a:lnTo>
                    <a:pt x="1712330" y="276225"/>
                  </a:lnTo>
                  <a:lnTo>
                    <a:pt x="1720699" y="303185"/>
                  </a:lnTo>
                  <a:cubicBezTo>
                    <a:pt x="1799529" y="489560"/>
                    <a:pt x="1948837" y="638868"/>
                    <a:pt x="2135212" y="717698"/>
                  </a:cubicBezTo>
                  <a:lnTo>
                    <a:pt x="2162174" y="726067"/>
                  </a:lnTo>
                  <a:lnTo>
                    <a:pt x="2162174" y="726067"/>
                  </a:lnTo>
                  <a:lnTo>
                    <a:pt x="2281422" y="763084"/>
                  </a:lnTo>
                  <a:cubicBezTo>
                    <a:pt x="2332127" y="773460"/>
                    <a:pt x="2384627" y="778909"/>
                    <a:pt x="2438400" y="778909"/>
                  </a:cubicBezTo>
                  <a:lnTo>
                    <a:pt x="2438400" y="1053350"/>
                  </a:lnTo>
                  <a:cubicBezTo>
                    <a:pt x="2365681" y="1053350"/>
                    <a:pt x="2294683" y="1045981"/>
                    <a:pt x="2226113" y="1031950"/>
                  </a:cubicBezTo>
                  <a:lnTo>
                    <a:pt x="2162174" y="1015509"/>
                  </a:lnTo>
                  <a:lnTo>
                    <a:pt x="2162174" y="1015509"/>
                  </a:lnTo>
                  <a:lnTo>
                    <a:pt x="2125165" y="1005993"/>
                  </a:lnTo>
                  <a:cubicBezTo>
                    <a:pt x="1795329" y="903404"/>
                    <a:pt x="1534993" y="643068"/>
                    <a:pt x="1432404" y="313232"/>
                  </a:cubicBezTo>
                  <a:lnTo>
                    <a:pt x="1422888" y="276225"/>
                  </a:lnTo>
                  <a:lnTo>
                    <a:pt x="1422889" y="276225"/>
                  </a:lnTo>
                  <a:lnTo>
                    <a:pt x="1406448" y="212284"/>
                  </a:lnTo>
                  <a:cubicBezTo>
                    <a:pt x="1399433" y="177999"/>
                    <a:pt x="1394082" y="143107"/>
                    <a:pt x="1390486" y="107696"/>
                  </a:cubicBezTo>
                  <a:close/>
                  <a:moveTo>
                    <a:pt x="0" y="0"/>
                  </a:moveTo>
                  <a:lnTo>
                    <a:pt x="1385047" y="0"/>
                  </a:lnTo>
                  <a:lnTo>
                    <a:pt x="1390485" y="107696"/>
                  </a:lnTo>
                  <a:cubicBezTo>
                    <a:pt x="1394081" y="143107"/>
                    <a:pt x="1399432" y="177999"/>
                    <a:pt x="1406447" y="212284"/>
                  </a:cubicBezTo>
                  <a:lnTo>
                    <a:pt x="1422888" y="276225"/>
                  </a:lnTo>
                  <a:lnTo>
                    <a:pt x="0" y="276225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EDAFC0B2-1987-CD97-9F8E-ECEC13F6C2C3}"/>
              </a:ext>
            </a:extLst>
          </p:cNvPr>
          <p:cNvSpPr/>
          <p:nvPr/>
        </p:nvSpPr>
        <p:spPr>
          <a:xfrm>
            <a:off x="-1" y="4876800"/>
            <a:ext cx="4876800" cy="4876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F2FFF7-D666-36AC-2E9D-B53E0171ABC9}"/>
              </a:ext>
            </a:extLst>
          </p:cNvPr>
          <p:cNvSpPr/>
          <p:nvPr/>
        </p:nvSpPr>
        <p:spPr>
          <a:xfrm rot="5400000">
            <a:off x="4876799" y="4876800"/>
            <a:ext cx="4876800" cy="48768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46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CEB17E"/>
      </a:accent1>
      <a:accent2>
        <a:srgbClr val="4D6ED7"/>
      </a:accent2>
      <a:accent3>
        <a:srgbClr val="D24646"/>
      </a:accent3>
      <a:accent4>
        <a:srgbClr val="5CC670"/>
      </a:accent4>
      <a:accent5>
        <a:srgbClr val="6E97B0"/>
      </a:accent5>
      <a:accent6>
        <a:srgbClr val="F5ADC8"/>
      </a:accent6>
      <a:hlink>
        <a:srgbClr val="0563C1"/>
      </a:hlink>
      <a:folHlink>
        <a:srgbClr val="954F72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</TotalTime>
  <Words>2</Words>
  <Application>Microsoft Office PowerPoint</Application>
  <PresentationFormat>Custom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Pretendard</vt:lpstr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강 박</dc:creator>
  <cp:lastModifiedBy>강 박</cp:lastModifiedBy>
  <cp:revision>10</cp:revision>
  <dcterms:created xsi:type="dcterms:W3CDTF">2026-08-04T06:07:04Z</dcterms:created>
  <dcterms:modified xsi:type="dcterms:W3CDTF">2026-08-05T08:55:20Z</dcterms:modified>
</cp:coreProperties>
</file>